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jpeg" ContentType="image/jpe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c3d6460ae874f75" /><Relationship Type="http://schemas.openxmlformats.org/officeDocument/2006/relationships/extended-properties" Target="/docProps/app.xml" Id="R3e524cd3cd8642b4" /><Relationship Type="http://schemas.openxmlformats.org/officeDocument/2006/relationships/officeDocument" Target="/ppt/presentation.xml" Id="Rc337736feacc4a47" /></Relationships>
</file>

<file path=ppt/presentation.xml><?xml version="1.0" encoding="utf-8"?>
<p:presentation xmlns:p="http://schemas.openxmlformats.org/presentationml/2006/main" embedTrueTypeFonts="1" saveSubsetFonts="1">
  <p:sldMasterIdLst>
    <p:sldMasterId xmlns:r="http://schemas.openxmlformats.org/officeDocument/2006/relationships" id="2147483648" r:id="Rb794f187d3784fa1"/>
  </p:sldMasterIdLst>
  <p:notesMasterIdLst>
    <p:notesMasterId xmlns:r="http://schemas.openxmlformats.org/officeDocument/2006/relationships" r:id="Re18d9c4bcd3340c4"/>
  </p:notesMasterIdLst>
  <p:sldIdLst>
    <p:sldId xmlns:r="http://schemas.openxmlformats.org/officeDocument/2006/relationships" id="256" r:id="Rca8a85f369b3416b"/>
    <p:sldId xmlns:r="http://schemas.openxmlformats.org/officeDocument/2006/relationships" id="257" r:id="Rb2ca91ffc5e14f53"/>
    <p:sldId xmlns:r="http://schemas.openxmlformats.org/officeDocument/2006/relationships" id="258" r:id="Rf2cf6189c8764fa8"/>
    <p:sldId xmlns:r="http://schemas.openxmlformats.org/officeDocument/2006/relationships" id="259" r:id="Re3cce68585f14b11"/>
    <p:sldId xmlns:r="http://schemas.openxmlformats.org/officeDocument/2006/relationships" id="260" r:id="R847cec1f7f974f0d"/>
    <p:sldId xmlns:r="http://schemas.openxmlformats.org/officeDocument/2006/relationships" id="261" r:id="Rbdd9cf62e375420d"/>
  </p:sldIdLst>
  <p:sldSz cx="12192000" cy="6858000"/>
  <p:notesSz cx="6858000" cy="9144000"/>
  <p:embeddedFontLst>
    <p:embeddedFont>
      <p:font typeface="SimHei"/>
      <p:regular xmlns:r="http://schemas.openxmlformats.org/officeDocument/2006/relationships" r:id="R876aa5678f164a7b"/>
    </p:embeddedFont>
    <p:embeddedFont>
      <p:font typeface="HarmonyOS Sans SC"/>
      <p:regular xmlns:r="http://schemas.openxmlformats.org/officeDocument/2006/relationships" r:id="Rb8762048147c4f3a"/>
      <p:bold xmlns:r="http://schemas.openxmlformats.org/officeDocument/2006/relationships" r:id="R15ffcc5b350f490b"/>
    </p:embeddedFont>
    <p:embeddedFont>
      <p:font typeface="等线"/>
      <p:regular xmlns:r="http://schemas.openxmlformats.org/officeDocument/2006/relationships" r:id="R1549e8f9879f49f1"/>
      <p:bold xmlns:r="http://schemas.openxmlformats.org/officeDocument/2006/relationships" r:id="Rfd77e5399b4945fe"/>
    </p:embeddedFont>
    <p:embeddedFont>
      <p:font typeface="微软雅黑"/>
      <p:regular xmlns:r="http://schemas.openxmlformats.org/officeDocument/2006/relationships" r:id="Rb79bd9c2cfa24f40"/>
      <p:bold xmlns:r="http://schemas.openxmlformats.org/officeDocument/2006/relationships" r:id="R214d27eb82634d49"/>
    </p:embeddedFont>
  </p:embeddedFontLst>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e2a56b07cdd94229" /><Relationship Type="http://schemas.openxmlformats.org/officeDocument/2006/relationships/slideMaster" Target="/ppt/slideMasters/slideMaster1.xml" Id="Rb794f187d3784fa1" /><Relationship Type="http://schemas.openxmlformats.org/officeDocument/2006/relationships/notesMaster" Target="/ppt/notesMasters/notesMaster1.xml" Id="Re18d9c4bcd3340c4" /><Relationship Type="http://schemas.openxmlformats.org/officeDocument/2006/relationships/presProps" Target="/ppt/presProps.xml" Id="R54a23c68caa64e6d" /><Relationship Type="http://schemas.openxmlformats.org/officeDocument/2006/relationships/viewProps" Target="/ppt/viewProps.xml" Id="R34d096a1707d4a33" /><Relationship Type="http://schemas.openxmlformats.org/officeDocument/2006/relationships/tableStyles" Target="/ppt/tableStyles.xml" Id="R795cad54e8c346a2" /><Relationship Type="http://schemas.openxmlformats.org/officeDocument/2006/relationships/font" Target="/ppt/fonts/font.dat" Id="R876aa5678f164a7b" /><Relationship Type="http://schemas.openxmlformats.org/officeDocument/2006/relationships/font" Target="/ppt/fonts/font2.dat" Id="Rb8762048147c4f3a" /><Relationship Type="http://schemas.openxmlformats.org/officeDocument/2006/relationships/font" Target="/ppt/fonts/font3.dat" Id="R15ffcc5b350f490b" /><Relationship Type="http://schemas.openxmlformats.org/officeDocument/2006/relationships/font" Target="/ppt/fonts/font4.dat" Id="R1549e8f9879f49f1" /><Relationship Type="http://schemas.openxmlformats.org/officeDocument/2006/relationships/font" Target="/ppt/fonts/font5.dat" Id="Rfd77e5399b4945fe" /><Relationship Type="http://schemas.openxmlformats.org/officeDocument/2006/relationships/font" Target="/ppt/fonts/font6.dat" Id="Rb79bd9c2cfa24f40" /><Relationship Type="http://schemas.openxmlformats.org/officeDocument/2006/relationships/font" Target="/ppt/fonts/font7.dat" Id="R214d27eb82634d49" /><Relationship Type="http://schemas.openxmlformats.org/officeDocument/2006/relationships/slide" Target="/ppt/slides/slide1.xml" Id="Rca8a85f369b3416b" /><Relationship Type="http://schemas.openxmlformats.org/officeDocument/2006/relationships/slide" Target="/ppt/slides/slide2.xml" Id="Rb2ca91ffc5e14f53" /><Relationship Type="http://schemas.openxmlformats.org/officeDocument/2006/relationships/slide" Target="/ppt/slides/slide3.xml" Id="Rf2cf6189c8764fa8" /><Relationship Type="http://schemas.openxmlformats.org/officeDocument/2006/relationships/slide" Target="/ppt/slides/slide4.xml" Id="Re3cce68585f14b11" /><Relationship Type="http://schemas.openxmlformats.org/officeDocument/2006/relationships/slide" Target="/ppt/slides/slide5.xml" Id="R847cec1f7f974f0d" /><Relationship Type="http://schemas.openxmlformats.org/officeDocument/2006/relationships/slide" Target="/ppt/slides/slide6.xml" Id="Rbdd9cf62e375420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7489e8c36b8449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主题​​">
  <a:themeElements>
    <a:clrScheme name="自定义 1">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2CF3A8"/>
      </a:hlink>
      <a:folHlink>
        <a:srgbClr val="8C8C8C"/>
      </a:folHlink>
    </a:clrScheme>
    <a:fontScheme name="鸿蒙">
      <a:majorFont>
        <a:latin typeface="HarmonyOS Sans SC"/>
        <a:ea typeface="HarmonyOS Sans SC"/>
        <a:cs typeface=""/>
      </a:majorFont>
      <a:minorFont>
        <a:latin typeface="HarmonyOS Sans SC"/>
        <a:ea typeface="HarmonyOS Sans SC"/>
        <a:cs typeface=""/>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d1fb5eacc4a47e7" /><Relationship Type="http://schemas.openxmlformats.org/officeDocument/2006/relationships/notesMaster" Target="/ppt/notesMasters/notesMaster1.xml" Id="R62bd6f820a2044cb" /></Relationships>
</file>

<file path=ppt/notesSlides/_rels/notesSlide2.xml.rels>&#65279;<?xml version="1.0" encoding="utf-8"?><Relationships xmlns="http://schemas.openxmlformats.org/package/2006/relationships"><Relationship Type="http://schemas.openxmlformats.org/officeDocument/2006/relationships/slide" Target="/ppt/slides/slide2.xml" Id="R705f937e554f4eaf" /><Relationship Type="http://schemas.openxmlformats.org/officeDocument/2006/relationships/notesMaster" Target="/ppt/notesMasters/notesMaster1.xml" Id="R0de55a5ab96a4a2f" /></Relationships>
</file>

<file path=ppt/notesSlides/_rels/notesSlide3.xml.rels>&#65279;<?xml version="1.0" encoding="utf-8"?><Relationships xmlns="http://schemas.openxmlformats.org/package/2006/relationships"><Relationship Type="http://schemas.openxmlformats.org/officeDocument/2006/relationships/slide" Target="/ppt/slides/slide3.xml" Id="R4efacb378ce94e94" /><Relationship Type="http://schemas.openxmlformats.org/officeDocument/2006/relationships/notesMaster" Target="/ppt/notesMasters/notesMaster1.xml" Id="R968f552691f94693" /></Relationships>
</file>

<file path=ppt/notesSlides/_rels/notesSlide4.xml.rels>&#65279;<?xml version="1.0" encoding="utf-8"?><Relationships xmlns="http://schemas.openxmlformats.org/package/2006/relationships"><Relationship Type="http://schemas.openxmlformats.org/officeDocument/2006/relationships/slide" Target="/ppt/slides/slide4.xml" Id="R9f37e85d3f994bb2" /><Relationship Type="http://schemas.openxmlformats.org/officeDocument/2006/relationships/notesMaster" Target="/ppt/notesMasters/notesMaster1.xml" Id="R683c72f098344c02"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e8ffc29f6d42e9" /><Relationship Type="http://schemas.openxmlformats.org/officeDocument/2006/relationships/notesMaster" Target="/ppt/notesMasters/notesMaster1.xml" Id="R70cb9a42dc514151" /></Relationships>
</file>

<file path=ppt/notesSlides/_rels/notesSlide6.xml.rels>&#65279;<?xml version="1.0" encoding="utf-8"?><Relationships xmlns="http://schemas.openxmlformats.org/package/2006/relationships"><Relationship Type="http://schemas.openxmlformats.org/officeDocument/2006/relationships/slide" Target="/ppt/slides/slide6.xml" Id="R5a68a7afbc3d4a2f" /><Relationship Type="http://schemas.openxmlformats.org/officeDocument/2006/relationships/notesMaster" Target="/ppt/notesMasters/notesMaster1.xml" Id="Rd2ece0faaa194fc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afternoon. Our project is </a:t>
            </a:r>
            <a:r>
              <a:rPr b="1"/>
              <a:t>Xiaoshi</a:t>
            </a:r>
            <a:r>
              <a:t>, an intelligent household dehumidification and air purification system. It’s designed for small rooms, such as wardrobes, bookcases, and instrument storerooms. 15s +1s 00:00-00:15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mainly focus on high humidity, which can cause many problems in daily life. Therefore, our target users are people who need dry and clean storage for valuable items and want simple monitoring and control. So our design includes dehumidification, environmental data display, air purification, easy operation, and a compact size. 23s +2s 00:15-00:38</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system has a layered structure with a silica gel dehumidification layer, a fan layer, a UV layer, a TEC condensation layer, and a control layer. This combination of physical and chemical damp absorption improves the drying effect. It also features a UV–Titanium Dioxide layer to catalyze formaldehyde into water. For safety, it can detect the full water level and TEC overheating. 28s +2s 00:38-01:07</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designed three methods for user interaction. First, the voice recognition module supports hands-free control for common operations. Second, the ESP board provides web-based control and data display from a phone. Third, the screen and knob allow local operation and real-time status display. Here’s our video 26s+2s 01:07-01:35</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marR="0" lvl="0" indent="0" algn="l" defTabSz="914400">
              <a:lnSpc>
                <a:spcPct val="100000"/>
              </a:lnSpc>
              <a:spcBef>
                <a:spcPts val="0"/>
              </a:spcBef>
              <a:spcAft>
                <a:spcPts val="0"/>
              </a:spcAft>
              <a:buClrTx/>
              <a:buSzTx/>
              <a:buFontTx/>
              <a:buNone/>
            </a:pPr>
            <a:r>
              <a:t>Our product improves ease, safety, and availability of dehumidification for small spaces from feedback. In the future, we plan to improve voice recognition accuracy and strengthen water–electricity separation. Thank you. 20s +2s 04:38-05:00</a:t>
            </a:r>
          </a:p>
          <a:p xmlns:a="http://schemas.openxmlformats.org/drawingml/2006/main">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23a52c763ab491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62aa75646da40d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70810f7f57c241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9ce66a57630439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76f67880f0f24f9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b3ef0ff23a58442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441fb0fafa784dc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c560134bfcde423e"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4b31c3dd992e447b"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97131d1c11a4fb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a1c9d532615046f5" /></Relationships>
</file>

<file path=ppt/slideLayouts/slideLayout1.xml><?xml version="1.0" encoding="utf-8"?>
<p:sldLayout xmlns:p="http://schemas.openxmlformats.org/presentationml/2006/main" type="title" preserve="1">
  <p:cSld name="标题幻灯片">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54C602DB-731E-1FAD-0440-A1780D65779D}"/>
              </a:ext>
            </a:extLst>
          </p:cNvPr>
          <p:cNvSpPr>
            <a:spLocks xmlns:a="http://schemas.openxmlformats.org/drawingml/2006/main" noGrp="1"/>
          </p:cNvSpPr>
          <p:nvPr>
            <p:ph type="ctrTitle" idx="0"/>
          </p:nvPr>
        </p:nvSpPr>
        <p:spPr>
          <a:xfrm xmlns:a="http://schemas.openxmlformats.org/drawingml/2006/main">
            <a:off x="1524000" y="1122363"/>
            <a:ext cx="9144000" cy="2387600"/>
          </a:xfrm>
        </p:spPr>
        <p:txBody>
          <a:bodyPr xmlns:a="http://schemas.openxmlformats.org/drawingml/2006/main" anchor="b"/>
          <a:lstStyle xmlns:a="http://schemas.openxmlformats.org/drawingml/2006/main">
            <a:lvl1pPr algn="ctr">
              <a:buNone/>
              <a:defRPr sz="6000"/>
            </a:lvl1pPr>
          </a:lstStyle>
          <a:p xmlns:a="http://schemas.openxmlformats.org/drawingml/2006/main">
            <a:r>
              <a:t>单击此处编辑母版标题样式</a:t>
            </a:r>
          </a:p>
        </p:txBody>
      </p:sp>
      <p:sp>
        <p:nvSpPr>
          <p:cNvPr id="3" name="副标题 2">
            <a:extLst xmlns:a="http://schemas.openxmlformats.org/drawingml/2006/main">
              <a:ext uri="{FF2B5EF4-FFF2-40B4-BE49-F238E27FC236}">
                <a16:creationId xmlns:a16="http://schemas.microsoft.com/office/drawing/2014/main" id="{DC7146AF-D120-AA0C-2DFC-13FBB1F7B2A0}"/>
              </a:ext>
            </a:extLst>
          </p:cNvPr>
          <p:cNvSpPr>
            <a:spLocks xmlns:a="http://schemas.openxmlformats.org/drawingml/2006/main" noGrp="1"/>
          </p:cNvSpPr>
          <p:nvPr>
            <p:ph type="subTitle" idx="1"/>
          </p:nvPr>
        </p:nvSpPr>
        <p:spPr>
          <a:xfrm xmlns:a="http://schemas.openxmlformats.org/drawingml/2006/main">
            <a:off x="1524000" y="3602038"/>
            <a:ext cx="9144000" cy="1655762"/>
          </a:xfrm>
        </p:spPr>
        <p:txBody>
          <a:bodyPr xmlns:a="http://schemas.openxmlformats.org/drawingml/2006/main"/>
          <a:lstStyle xmlns:a="http://schemas.openxmlformats.org/drawingml/2006/main">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单击此处编辑母版副标题样式</a:t>
            </a:r>
          </a:p>
        </p:txBody>
      </p:sp>
      <p:sp>
        <p:nvSpPr>
          <p:cNvPr id="4" name="日期占位符 3">
            <a:extLst xmlns:a="http://schemas.openxmlformats.org/drawingml/2006/main">
              <a:ext uri="{FF2B5EF4-FFF2-40B4-BE49-F238E27FC236}">
                <a16:creationId xmlns:a16="http://schemas.microsoft.com/office/drawing/2014/main" id="{A2C7F6AB-6CDB-A976-8A6E-C1907BC4BA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B2778AD2-04F3-FC1A-70E3-AB56A119C2F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BA5D530B-29F4-84DA-2A9E-1376DA6BF2A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2.xml><?xml version="1.0" encoding="utf-8"?>
<p:sldLayout xmlns:p="http://schemas.openxmlformats.org/presentationml/2006/main" type="obj" preserve="1">
  <p:cSld name="标题和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B6D125E-5981-07B0-C37A-13818C8E1C51}"/>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A9A3FEA9-B788-C0F8-2A51-39146BD1AB92}"/>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1522A4C9-1B1C-413F-3CD1-0845BC59F2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F8291187-C626-0201-B45B-36503C75922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E372312-D0E4-E89E-0779-ECAD4A1EF23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3.xml><?xml version="1.0" encoding="utf-8"?>
<p:sldLayout xmlns:p="http://schemas.openxmlformats.org/presentationml/2006/main" type="secHead" preserve="1">
  <p:cSld name="节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726DB1F0-9F0F-56DD-A1FD-3349A14B52DC}"/>
              </a:ext>
            </a:extLst>
          </p:cNvPr>
          <p:cNvSpPr>
            <a:spLocks xmlns:a="http://schemas.openxmlformats.org/drawingml/2006/main" noGrp="1"/>
          </p:cNvSpPr>
          <p:nvPr>
            <p:ph type="title" idx="0"/>
          </p:nvPr>
        </p:nvSpPr>
        <p:spPr>
          <a:xfrm xmlns:a="http://schemas.openxmlformats.org/drawingml/2006/main">
            <a:off x="831850" y="1709738"/>
            <a:ext cx="10515600" cy="2852737"/>
          </a:xfrm>
        </p:spPr>
        <p:txBody>
          <a:bodyPr xmlns:a="http://schemas.openxmlformats.org/drawingml/2006/main" anchor="b"/>
          <a:lstStyle xmlns:a="http://schemas.openxmlformats.org/drawingml/2006/main">
            <a:lvl1pPr>
              <a:buNone/>
              <a:defRPr sz="6000"/>
            </a:lvl1pPr>
          </a:lstStyle>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05D839CB-9E22-B71D-BB05-899768AFB163}"/>
              </a:ext>
            </a:extLst>
          </p:cNvPr>
          <p:cNvSpPr>
            <a:spLocks xmlns:a="http://schemas.openxmlformats.org/drawingml/2006/main" noGrp="1"/>
          </p:cNvSpPr>
          <p:nvPr>
            <p:ph type="body" idx="1"/>
          </p:nvPr>
        </p:nvSpPr>
        <p:spPr>
          <a:xfrm xmlns:a="http://schemas.openxmlformats.org/drawingml/2006/main">
            <a:off x="831850" y="4589463"/>
            <a:ext cx="10515600" cy="1500187"/>
          </a:xfrm>
        </p:spPr>
        <p:txBody>
          <a:bodyPr xmlns:a="http://schemas.openxmlformats.org/drawingml/2006/main"/>
          <a:lstStyle xmlns:a="http://schemas.openxmlformats.org/drawingml/2006/main">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xmlns:a="http://schemas.openxmlformats.org/drawingml/2006/main">
            <a:pPr lvl="0">
              <a:buNone/>
            </a:pPr>
            <a:r>
              <a:t>单击此处编辑母版文本样式</a:t>
            </a:r>
          </a:p>
        </p:txBody>
      </p:sp>
      <p:sp>
        <p:nvSpPr>
          <p:cNvPr id="4" name="日期占位符 3">
            <a:extLst xmlns:a="http://schemas.openxmlformats.org/drawingml/2006/main">
              <a:ext uri="{FF2B5EF4-FFF2-40B4-BE49-F238E27FC236}">
                <a16:creationId xmlns:a16="http://schemas.microsoft.com/office/drawing/2014/main" id="{18284D0A-AD3A-EBE8-7EBF-8207FC2ACF32}"/>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95E9F54A-EF26-2E4A-3173-48401604489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F35B6FD1-101D-7088-C84C-0597308C56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4.xml><?xml version="1.0" encoding="utf-8"?>
<p:sldLayout xmlns:p="http://schemas.openxmlformats.org/presentationml/2006/main" type="twoObj" preserve="1">
  <p:cSld name="两栏内容">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114F3365-8EFA-B52A-2E77-DC950691710D}"/>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E1DEA8D9-9D81-F77B-DA9C-2EFCD763DE99}"/>
              </a:ext>
            </a:extLst>
          </p:cNvPr>
          <p:cNvSpPr>
            <a:spLocks xmlns:a="http://schemas.openxmlformats.org/drawingml/2006/main" noGrp="1"/>
          </p:cNvSpPr>
          <p:nvPr>
            <p:ph idx="1"/>
          </p:nvPr>
        </p:nvSpPr>
        <p:spPr>
          <a:xfrm xmlns:a="http://schemas.openxmlformats.org/drawingml/2006/main">
            <a:off x="838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内容占位符 3">
            <a:extLst xmlns:a="http://schemas.openxmlformats.org/drawingml/2006/main">
              <a:ext uri="{FF2B5EF4-FFF2-40B4-BE49-F238E27FC236}">
                <a16:creationId xmlns:a16="http://schemas.microsoft.com/office/drawing/2014/main" id="{88B23CB8-BBB9-2AA0-4F2A-21085B515F93}"/>
              </a:ext>
            </a:extLst>
          </p:cNvPr>
          <p:cNvSpPr>
            <a:spLocks xmlns:a="http://schemas.openxmlformats.org/drawingml/2006/main" noGrp="1"/>
          </p:cNvSpPr>
          <p:nvPr>
            <p:ph idx="2"/>
          </p:nvPr>
        </p:nvSpPr>
        <p:spPr>
          <a:xfrm xmlns:a="http://schemas.openxmlformats.org/drawingml/2006/main">
            <a:off x="6172200" y="1825625"/>
            <a:ext cx="5181600" cy="435133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日期占位符 4">
            <a:extLst xmlns:a="http://schemas.openxmlformats.org/drawingml/2006/main">
              <a:ext uri="{FF2B5EF4-FFF2-40B4-BE49-F238E27FC236}">
                <a16:creationId xmlns:a16="http://schemas.microsoft.com/office/drawing/2014/main" id="{E2953945-0EA1-507F-726F-F2A9761FF02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6" name="页脚占位符 5">
            <a:extLst xmlns:a="http://schemas.openxmlformats.org/drawingml/2006/main">
              <a:ext uri="{FF2B5EF4-FFF2-40B4-BE49-F238E27FC236}">
                <a16:creationId xmlns:a16="http://schemas.microsoft.com/office/drawing/2014/main" id="{E25897FA-454A-985B-4B91-866E583B25B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1A67925F-E39F-0170-1ABC-2E367421322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5.xml><?xml version="1.0" encoding="utf-8"?>
<p:sldLayout xmlns:p="http://schemas.openxmlformats.org/presentationml/2006/main" type="twoTxTwoObj" preserve="1">
  <p:cSld name="比较">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CBC92371-11C4-2405-3404-8C7574EE84B7}"/>
              </a:ext>
            </a:extLst>
          </p:cNvPr>
          <p:cNvSpPr>
            <a:spLocks xmlns:a="http://schemas.openxmlformats.org/drawingml/2006/main" noGrp="1"/>
          </p:cNvSpPr>
          <p:nvPr>
            <p:ph type="title" idx="0"/>
          </p:nvPr>
        </p:nvSpPr>
        <p:spPr>
          <a:xfrm xmlns:a="http://schemas.openxmlformats.org/drawingml/2006/main">
            <a:off x="839788" y="365125"/>
            <a:ext cx="10515600" cy="1325563"/>
          </a:xfrm>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7417CBC5-919B-1BBF-C1FE-FA75C9EC5342}"/>
              </a:ext>
            </a:extLst>
          </p:cNvPr>
          <p:cNvSpPr>
            <a:spLocks xmlns:a="http://schemas.openxmlformats.org/drawingml/2006/main" noGrp="1"/>
          </p:cNvSpPr>
          <p:nvPr>
            <p:ph type="body" idx="1"/>
          </p:nvPr>
        </p:nvSpPr>
        <p:spPr>
          <a:xfrm xmlns:a="http://schemas.openxmlformats.org/drawingml/2006/main">
            <a:off x="839788" y="1681163"/>
            <a:ext cx="5157787"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4" name="内容占位符 3">
            <a:extLst xmlns:a="http://schemas.openxmlformats.org/drawingml/2006/main">
              <a:ext uri="{FF2B5EF4-FFF2-40B4-BE49-F238E27FC236}">
                <a16:creationId xmlns:a16="http://schemas.microsoft.com/office/drawing/2014/main" id="{E324969F-8B40-9B83-559F-FEFD44C9A6BF}"/>
              </a:ext>
            </a:extLst>
          </p:cNvPr>
          <p:cNvSpPr>
            <a:spLocks xmlns:a="http://schemas.openxmlformats.org/drawingml/2006/main" noGrp="1"/>
          </p:cNvSpPr>
          <p:nvPr>
            <p:ph idx="2"/>
          </p:nvPr>
        </p:nvSpPr>
        <p:spPr>
          <a:xfrm xmlns:a="http://schemas.openxmlformats.org/drawingml/2006/main">
            <a:off x="839788" y="2505075"/>
            <a:ext cx="5157787"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5" name="文本占位符 4">
            <a:extLst xmlns:a="http://schemas.openxmlformats.org/drawingml/2006/main">
              <a:ext uri="{FF2B5EF4-FFF2-40B4-BE49-F238E27FC236}">
                <a16:creationId xmlns:a16="http://schemas.microsoft.com/office/drawing/2014/main" id="{3880332B-3769-E523-D906-1657E6DBC3E7}"/>
              </a:ext>
            </a:extLst>
          </p:cNvPr>
          <p:cNvSpPr>
            <a:spLocks xmlns:a="http://schemas.openxmlformats.org/drawingml/2006/main" noGrp="1"/>
          </p:cNvSpPr>
          <p:nvPr>
            <p:ph type="body" idx="3"/>
          </p:nvPr>
        </p:nvSpPr>
        <p:spPr>
          <a:xfrm xmlns:a="http://schemas.openxmlformats.org/drawingml/2006/main">
            <a:off x="6172200" y="1681163"/>
            <a:ext cx="5183188" cy="82391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单击此处编辑母版文本样式</a:t>
            </a:r>
          </a:p>
        </p:txBody>
      </p:sp>
      <p:sp>
        <p:nvSpPr>
          <p:cNvPr id="6" name="内容占位符 5">
            <a:extLst xmlns:a="http://schemas.openxmlformats.org/drawingml/2006/main">
              <a:ext uri="{FF2B5EF4-FFF2-40B4-BE49-F238E27FC236}">
                <a16:creationId xmlns:a16="http://schemas.microsoft.com/office/drawing/2014/main" id="{0D34F01D-9204-0E77-BB96-7218353454E7}"/>
              </a:ext>
            </a:extLst>
          </p:cNvPr>
          <p:cNvSpPr>
            <a:spLocks xmlns:a="http://schemas.openxmlformats.org/drawingml/2006/main" noGrp="1"/>
          </p:cNvSpPr>
          <p:nvPr>
            <p:ph idx="4"/>
          </p:nvPr>
        </p:nvSpPr>
        <p:spPr>
          <a:xfrm xmlns:a="http://schemas.openxmlformats.org/drawingml/2006/main">
            <a:off x="6172200" y="2505075"/>
            <a:ext cx="5183188" cy="3684588"/>
          </a:xfrm>
        </p:spPr>
        <p:txBody>
          <a:bodyPr xmlns:a="http://schemas.openxmlformats.org/drawingml/2006/main"/>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7" name="日期占位符 6">
            <a:extLst xmlns:a="http://schemas.openxmlformats.org/drawingml/2006/main">
              <a:ext uri="{FF2B5EF4-FFF2-40B4-BE49-F238E27FC236}">
                <a16:creationId xmlns:a16="http://schemas.microsoft.com/office/drawing/2014/main" id="{1166CEDE-857F-05C4-7432-6E89754D94C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8" name="页脚占位符 7">
            <a:extLst xmlns:a="http://schemas.openxmlformats.org/drawingml/2006/main">
              <a:ext uri="{FF2B5EF4-FFF2-40B4-BE49-F238E27FC236}">
                <a16:creationId xmlns:a16="http://schemas.microsoft.com/office/drawing/2014/main" id="{1881DDAD-5BBF-B8C3-7241-19BABC803F0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9" name="灯片编号占位符 8">
            <a:extLst xmlns:a="http://schemas.openxmlformats.org/drawingml/2006/main">
              <a:ext uri="{FF2B5EF4-FFF2-40B4-BE49-F238E27FC236}">
                <a16:creationId xmlns:a16="http://schemas.microsoft.com/office/drawing/2014/main" id="{2ECF5863-88DE-2C21-9B8B-E2BF01E7B85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6.xml><?xml version="1.0" encoding="utf-8"?>
<p:sldLayout xmlns:p="http://schemas.openxmlformats.org/presentationml/2006/main" type="titleOnly" preserve="1">
  <p:cSld name="仅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6E052F1C-2ED3-1960-94F8-BF752E52FCF4}"/>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日期占位符 2">
            <a:extLst xmlns:a="http://schemas.openxmlformats.org/drawingml/2006/main">
              <a:ext uri="{FF2B5EF4-FFF2-40B4-BE49-F238E27FC236}">
                <a16:creationId xmlns:a16="http://schemas.microsoft.com/office/drawing/2014/main" id="{139AE2AB-9031-0A5E-610E-36A47728617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4" name="页脚占位符 3">
            <a:extLst xmlns:a="http://schemas.openxmlformats.org/drawingml/2006/main">
              <a:ext uri="{FF2B5EF4-FFF2-40B4-BE49-F238E27FC236}">
                <a16:creationId xmlns:a16="http://schemas.microsoft.com/office/drawing/2014/main" id="{1DE44976-9DD6-E2B3-8AA8-AD7A4CE6823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5" name="灯片编号占位符 4">
            <a:extLst xmlns:a="http://schemas.openxmlformats.org/drawingml/2006/main">
              <a:ext uri="{FF2B5EF4-FFF2-40B4-BE49-F238E27FC236}">
                <a16:creationId xmlns:a16="http://schemas.microsoft.com/office/drawing/2014/main" id="{3DBB4FD0-C391-975B-D07E-73D1E0456A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7.xml><?xml version="1.0" encoding="utf-8"?>
<p:sldLayout xmlns:p="http://schemas.openxmlformats.org/presentationml/2006/main" type="blank" preserve="1">
  <p:cSld name="空白">
    <p:spTree>
      <p:nvGrpSpPr>
        <p:cNvPr id="1" name=""/>
        <p:cNvGrpSpPr/>
        <p:nvPr/>
      </p:nvGrpSpPr>
      <p:grpSpPr>
        <a:xfrm xmlns:a="http://schemas.openxmlformats.org/drawingml/2006/main"/>
      </p:grpSpPr>
    </p:spTree>
  </p:cSld>
</p:sldLayout>
</file>

<file path=ppt/slideLayouts/slideLayout8.xml><?xml version="1.0" encoding="utf-8"?>
<p:sldLayout xmlns:p="http://schemas.openxmlformats.org/presentationml/2006/main" type="objTx" preserve="1">
  <p:cSld name="内容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2DE3834-3612-FD28-B481-57BFC1D1B6DF}"/>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内容占位符 2">
            <a:extLst xmlns:a="http://schemas.openxmlformats.org/drawingml/2006/main">
              <a:ext uri="{FF2B5EF4-FFF2-40B4-BE49-F238E27FC236}">
                <a16:creationId xmlns:a16="http://schemas.microsoft.com/office/drawing/2014/main" id="{D657A1E7-9411-B3F0-DA1F-FB25459B7C2B}"/>
              </a:ext>
            </a:extLst>
          </p:cNvPr>
          <p:cNvSpPr>
            <a:spLocks xmlns:a="http://schemas.openxmlformats.org/drawingml/2006/main" noGrp="1"/>
          </p:cNvSpPr>
          <p:nvPr>
            <p:ph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文本占位符 3">
            <a:extLst xmlns:a="http://schemas.openxmlformats.org/drawingml/2006/main">
              <a:ext uri="{FF2B5EF4-FFF2-40B4-BE49-F238E27FC236}">
                <a16:creationId xmlns:a16="http://schemas.microsoft.com/office/drawing/2014/main" id="{DD2742CF-C7A3-9DC6-781A-5393B6474B80}"/>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255D8611-6241-6752-4693-B956FF0CE5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6" name="页脚占位符 5">
            <a:extLst xmlns:a="http://schemas.openxmlformats.org/drawingml/2006/main">
              <a:ext uri="{FF2B5EF4-FFF2-40B4-BE49-F238E27FC236}">
                <a16:creationId xmlns:a16="http://schemas.microsoft.com/office/drawing/2014/main" id="{2192EC88-4847-A7A8-AD09-9D30E615870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A149D5F1-E487-3928-4645-2E63528A353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9.xml><?xml version="1.0" encoding="utf-8"?>
<p:sldLayout xmlns:p="http://schemas.openxmlformats.org/presentationml/2006/main" type="picTx" preserve="1">
  <p:cSld name="图片与标题">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D6F27324-623F-49C2-B7DB-C935C96D018B}"/>
              </a:ext>
            </a:extLst>
          </p:cNvPr>
          <p:cNvSpPr>
            <a:spLocks xmlns:a="http://schemas.openxmlformats.org/drawingml/2006/main" noGrp="1"/>
          </p:cNvSpPr>
          <p:nvPr>
            <p:ph type="title" idx="0"/>
          </p:nvPr>
        </p:nvSpPr>
        <p:spPr>
          <a:xfrm xmlns:a="http://schemas.openxmlformats.org/drawingml/2006/main">
            <a:off x="839788" y="457200"/>
            <a:ext cx="3932237" cy="1600200"/>
          </a:xfrm>
        </p:spPr>
        <p:txBody>
          <a:bodyPr xmlns:a="http://schemas.openxmlformats.org/drawingml/2006/main" anchor="b"/>
          <a:lstStyle xmlns:a="http://schemas.openxmlformats.org/drawingml/2006/main">
            <a:lvl1pPr>
              <a:buNone/>
              <a:defRPr sz="3200"/>
            </a:lvl1pPr>
          </a:lstStyle>
          <a:p xmlns:a="http://schemas.openxmlformats.org/drawingml/2006/main">
            <a:r>
              <a:t>单击此处编辑母版标题样式</a:t>
            </a:r>
          </a:p>
        </p:txBody>
      </p:sp>
      <p:sp>
        <p:nvSpPr>
          <p:cNvPr id="3" name="图片占位符 2">
            <a:extLst xmlns:a="http://schemas.openxmlformats.org/drawingml/2006/main">
              <a:ext uri="{FF2B5EF4-FFF2-40B4-BE49-F238E27FC236}">
                <a16:creationId xmlns:a16="http://schemas.microsoft.com/office/drawing/2014/main" id="{678B10D0-7047-FC37-D7E5-5E70C3E137EE}"/>
              </a:ext>
            </a:extLst>
          </p:cNvPr>
          <p:cNvSpPr>
            <a:spLocks xmlns:a="http://schemas.openxmlformats.org/drawingml/2006/main" noGrp="1"/>
          </p:cNvSpPr>
          <p:nvPr>
            <p:ph type="pic" idx="1"/>
          </p:nvPr>
        </p:nvSpPr>
        <p:spPr>
          <a:xfrm xmlns:a="http://schemas.openxmlformats.org/drawingml/2006/main">
            <a:off x="5183188" y="987425"/>
            <a:ext cx="6172200" cy="4873625"/>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endParaRPr/>
          </a:p>
        </p:txBody>
      </p:sp>
      <p:sp>
        <p:nvSpPr>
          <p:cNvPr id="4" name="文本占位符 3">
            <a:extLst xmlns:a="http://schemas.openxmlformats.org/drawingml/2006/main">
              <a:ext uri="{FF2B5EF4-FFF2-40B4-BE49-F238E27FC236}">
                <a16:creationId xmlns:a16="http://schemas.microsoft.com/office/drawing/2014/main" id="{FBF1108C-C403-ED0C-7EB1-08E6DFFA5F12}"/>
              </a:ext>
            </a:extLst>
          </p:cNvPr>
          <p:cNvSpPr>
            <a:spLocks xmlns:a="http://schemas.openxmlformats.org/drawingml/2006/main" noGrp="1"/>
          </p:cNvSpPr>
          <p:nvPr>
            <p:ph type="body" idx="2"/>
          </p:nvPr>
        </p:nvSpPr>
        <p:spPr>
          <a:xfrm xmlns:a="http://schemas.openxmlformats.org/drawingml/2006/main">
            <a:off x="839788" y="2057400"/>
            <a:ext cx="3932237" cy="3811588"/>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单击此处编辑母版文本样式</a:t>
            </a:r>
          </a:p>
        </p:txBody>
      </p:sp>
      <p:sp>
        <p:nvSpPr>
          <p:cNvPr id="5" name="日期占位符 4">
            <a:extLst xmlns:a="http://schemas.openxmlformats.org/drawingml/2006/main">
              <a:ext uri="{FF2B5EF4-FFF2-40B4-BE49-F238E27FC236}">
                <a16:creationId xmlns:a16="http://schemas.microsoft.com/office/drawing/2014/main" id="{973A7F68-007E-C5EF-13A1-B1C94418451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6" name="页脚占位符 5">
            <a:extLst xmlns:a="http://schemas.openxmlformats.org/drawingml/2006/main">
              <a:ext uri="{FF2B5EF4-FFF2-40B4-BE49-F238E27FC236}">
                <a16:creationId xmlns:a16="http://schemas.microsoft.com/office/drawing/2014/main" id="{EFFE2A4A-9C54-2E66-C3CD-0F36CB06077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7" name="灯片编号占位符 6">
            <a:extLst xmlns:a="http://schemas.openxmlformats.org/drawingml/2006/main">
              <a:ext uri="{FF2B5EF4-FFF2-40B4-BE49-F238E27FC236}">
                <a16:creationId xmlns:a16="http://schemas.microsoft.com/office/drawing/2014/main" id="{C745202F-4299-40C1-1435-F33E857639B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10.xml><?xml version="1.0" encoding="utf-8"?>
<p:sldLayout xmlns:p="http://schemas.openxmlformats.org/presentationml/2006/main" type="vertTx" preserve="1">
  <p:cSld name="标题和竖排文字">
    <p:spTree>
      <p:nvGrpSpPr>
        <p:cNvPr id="1" name=""/>
        <p:cNvGrpSpPr/>
        <p:nvPr/>
      </p:nvGrpSpPr>
      <p:grpSpPr>
        <a:xfrm xmlns:a="http://schemas.openxmlformats.org/drawingml/2006/main"/>
      </p:grpSpPr>
      <p:sp>
        <p:nvSpPr>
          <p:cNvPr id="2" name="标题 1">
            <a:extLst xmlns:a="http://schemas.openxmlformats.org/drawingml/2006/main">
              <a:ext uri="{FF2B5EF4-FFF2-40B4-BE49-F238E27FC236}">
                <a16:creationId xmlns:a16="http://schemas.microsoft.com/office/drawing/2014/main" id="{B436EE17-28A8-A43E-745D-63A5A9BAF9D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5EE6738B-CD5B-502D-D5C2-35FA9D812AD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93A69BE7-5809-C031-0D15-8E1FA34E02CC}"/>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B18C2C9E-F8DD-0B11-01B3-4C569708E68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920258FE-DED9-4D45-208C-5612CC02142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Layouts/slideLayout11.xml><?xml version="1.0" encoding="utf-8"?>
<p:sldLayout xmlns:p="http://schemas.openxmlformats.org/presentationml/2006/main" type="vertTitleAndTx" preserve="1">
  <p:cSld name="竖排标题与文本">
    <p:spTree>
      <p:nvGrpSpPr>
        <p:cNvPr id="1" name=""/>
        <p:cNvGrpSpPr/>
        <p:nvPr/>
      </p:nvGrpSpPr>
      <p:grpSpPr>
        <a:xfrm xmlns:a="http://schemas.openxmlformats.org/drawingml/2006/main"/>
      </p:grpSpPr>
      <p:sp>
        <p:nvSpPr>
          <p:cNvPr id="2" name="竖排标题 1">
            <a:extLst xmlns:a="http://schemas.openxmlformats.org/drawingml/2006/main">
              <a:ext uri="{FF2B5EF4-FFF2-40B4-BE49-F238E27FC236}">
                <a16:creationId xmlns:a16="http://schemas.microsoft.com/office/drawing/2014/main" id="{8032AB9C-CA7F-B6D7-7CDB-DE29ED220389}"/>
              </a:ext>
            </a:extLst>
          </p:cNvPr>
          <p:cNvSpPr>
            <a:spLocks xmlns:a="http://schemas.openxmlformats.org/drawingml/2006/main" noGrp="1"/>
          </p:cNvSpPr>
          <p:nvPr>
            <p:ph type="title" idx="0"/>
          </p:nvPr>
        </p:nvSpPr>
        <p:spPr>
          <a:xfrm xmlns:a="http://schemas.openxmlformats.org/drawingml/2006/main">
            <a:off x="8724900" y="365125"/>
            <a:ext cx="2628900" cy="5811838"/>
          </a:xfrm>
        </p:spPr>
        <p:txBody>
          <a:bodyPr xmlns:a="http://schemas.openxmlformats.org/drawingml/2006/main" vert="eaVert"/>
          <a:lstStyle xmlns:a="http://schemas.openxmlformats.org/drawingml/2006/main"/>
          <a:p xmlns:a="http://schemas.openxmlformats.org/drawingml/2006/main">
            <a:r>
              <a:t>单击此处编辑母版标题样式</a:t>
            </a:r>
          </a:p>
        </p:txBody>
      </p:sp>
      <p:sp>
        <p:nvSpPr>
          <p:cNvPr id="3" name="竖排文字占位符 2">
            <a:extLst xmlns:a="http://schemas.openxmlformats.org/drawingml/2006/main">
              <a:ext uri="{FF2B5EF4-FFF2-40B4-BE49-F238E27FC236}">
                <a16:creationId xmlns:a16="http://schemas.microsoft.com/office/drawing/2014/main" id="{02BA1A6C-AFDA-9D77-991E-7F05710AB418}"/>
              </a:ext>
            </a:extLst>
          </p:cNvPr>
          <p:cNvSpPr>
            <a:spLocks xmlns:a="http://schemas.openxmlformats.org/drawingml/2006/main" noGrp="1"/>
          </p:cNvSpPr>
          <p:nvPr>
            <p:ph type="body" idx="1"/>
          </p:nvPr>
        </p:nvSpPr>
        <p:spPr>
          <a:xfrm xmlns:a="http://schemas.openxmlformats.org/drawingml/2006/main">
            <a:off x="838200" y="365125"/>
            <a:ext cx="7734300" cy="5811838"/>
          </a:xfrm>
        </p:spPr>
        <p:txBody>
          <a:bodyPr xmlns:a="http://schemas.openxmlformats.org/drawingml/2006/main" vert="eaVert"/>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25CEE2A9-A362-3EFB-41BE-831021DEAD35}"/>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872F6F55-69A6-FD9B-35F8-3CD4DFB37CC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F228EDB5-3931-3EFB-35CD-B90CB8E86A4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7CD9E75D-7824-47C7-A2A6-45405AA0A05A}"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724ec609aff44aa" /><Relationship Type="http://schemas.openxmlformats.org/officeDocument/2006/relationships/slideLayout" Target="/ppt/slideLayouts/slideLayout1.xml" Id="R5e9ccf4ec774408a" /><Relationship Type="http://schemas.openxmlformats.org/officeDocument/2006/relationships/slideLayout" Target="/ppt/slideLayouts/slideLayout2.xml" Id="R21156a36d513461b" /><Relationship Type="http://schemas.openxmlformats.org/officeDocument/2006/relationships/slideLayout" Target="/ppt/slideLayouts/slideLayout3.xml" Id="R8dda3c10f8e649f1" /><Relationship Type="http://schemas.openxmlformats.org/officeDocument/2006/relationships/slideLayout" Target="/ppt/slideLayouts/slideLayout4.xml" Id="R51f33b61e65f4aa1" /><Relationship Type="http://schemas.openxmlformats.org/officeDocument/2006/relationships/slideLayout" Target="/ppt/slideLayouts/slideLayout5.xml" Id="R7077ab64ad99440b" /><Relationship Type="http://schemas.openxmlformats.org/officeDocument/2006/relationships/slideLayout" Target="/ppt/slideLayouts/slideLayout6.xml" Id="Rc786ea03ca4b4f55" /><Relationship Type="http://schemas.openxmlformats.org/officeDocument/2006/relationships/slideLayout" Target="/ppt/slideLayouts/slideLayout7.xml" Id="R65db621f32494dd7" /><Relationship Type="http://schemas.openxmlformats.org/officeDocument/2006/relationships/slideLayout" Target="/ppt/slideLayouts/slideLayout8.xml" Id="R6d827c60613e4f8e" /><Relationship Type="http://schemas.openxmlformats.org/officeDocument/2006/relationships/slideLayout" Target="/ppt/slideLayouts/slideLayout9.xml" Id="R7c69a55743e84592" /><Relationship Type="http://schemas.openxmlformats.org/officeDocument/2006/relationships/slideLayout" Target="/ppt/slideLayouts/slideLayout10.xml" Id="R904002eb626641e0" /><Relationship Type="http://schemas.openxmlformats.org/officeDocument/2006/relationships/slideLayout" Target="/ppt/slideLayouts/slideLayout11.xml" Id="Re2adae5885024618" /></Relationships>
</file>

<file path=ppt/slideMasters/slideMaster1.xml><?xml version="1.0" encoding="utf-8"?>
<p:sldMaster xmlns:p="http://schemas.openxmlformats.org/presentationml/2006/main">
  <p:cSld>
    <p:bg>
      <p:bgPr>
        <a:solidFill xmlns:a="http://schemas.openxmlformats.org/drawingml/2006/main">
          <a:schemeClr val="tx1"/>
        </a:solidFill>
      </p:bgPr>
    </p:bg>
    <p:spTree>
      <p:nvGrpSpPr>
        <p:cNvPr id="1" name=""/>
        <p:cNvGrpSpPr/>
        <p:nvPr/>
      </p:nvGrpSpPr>
      <p:grpSpPr>
        <a:xfrm xmlns:a="http://schemas.openxmlformats.org/drawingml/2006/main"/>
      </p:grpSpPr>
      <p:sp>
        <p:nvSpPr>
          <p:cNvPr id="2" name="标题占位符 1">
            <a:extLst xmlns:a="http://schemas.openxmlformats.org/drawingml/2006/main">
              <a:ext uri="{FF2B5EF4-FFF2-40B4-BE49-F238E27FC236}">
                <a16:creationId xmlns:a16="http://schemas.microsoft.com/office/drawing/2014/main" id="{823D77AD-2E01-993C-E461-FF2F35F3F765}"/>
              </a:ext>
            </a:extLst>
          </p:cNvPr>
          <p:cNvSpPr>
            <a:spLocks xmlns:a="http://schemas.openxmlformats.org/drawingml/2006/main" noGrp="1"/>
          </p:cNvSpPr>
          <p:nvPr>
            <p:ph type="title" idx="0"/>
          </p:nvPr>
        </p:nvSpPr>
        <p:spPr>
          <a:xfrm xmlns:a="http://schemas.openxmlformats.org/drawingml/2006/main">
            <a:off x="838200" y="365125"/>
            <a:ext cx="10515600" cy="1325563"/>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单击此处编辑母版标题样式</a:t>
            </a:r>
          </a:p>
        </p:txBody>
      </p:sp>
      <p:sp>
        <p:nvSpPr>
          <p:cNvPr id="3" name="文本占位符 2">
            <a:extLst xmlns:a="http://schemas.openxmlformats.org/drawingml/2006/main">
              <a:ext uri="{FF2B5EF4-FFF2-40B4-BE49-F238E27FC236}">
                <a16:creationId xmlns:a16="http://schemas.microsoft.com/office/drawing/2014/main" id="{D9A56A35-984C-7B21-ABA4-2CE6B42B2955}"/>
              </a:ext>
            </a:extLst>
          </p:cNvPr>
          <p:cNvSpPr>
            <a:spLocks xmlns:a="http://schemas.openxmlformats.org/drawingml/2006/main" noGrp="1"/>
          </p:cNvSpPr>
          <p:nvPr>
            <p:ph type="body" idx="1"/>
          </p:nvPr>
        </p:nvSpPr>
        <p:spPr>
          <a:xfrm xmlns:a="http://schemas.openxmlformats.org/drawingml/2006/main">
            <a:off x="838200" y="1825625"/>
            <a:ext cx="10515600" cy="4351338"/>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单击此处编辑母版文本样式</a:t>
            </a:r>
          </a:p>
          <a:p xmlns:a="http://schemas.openxmlformats.org/drawingml/2006/main">
            <a:pPr lvl="1">
              <a:buNone/>
            </a:pPr>
            <a:r>
              <a:t>二级</a:t>
            </a:r>
          </a:p>
          <a:p xmlns:a="http://schemas.openxmlformats.org/drawingml/2006/main">
            <a:pPr lvl="2">
              <a:buNone/>
            </a:pPr>
            <a:r>
              <a:t>三级</a:t>
            </a:r>
          </a:p>
          <a:p xmlns:a="http://schemas.openxmlformats.org/drawingml/2006/main">
            <a:pPr lvl="3">
              <a:buNone/>
            </a:pPr>
            <a:r>
              <a:t>四级</a:t>
            </a:r>
          </a:p>
          <a:p xmlns:a="http://schemas.openxmlformats.org/drawingml/2006/main">
            <a:pPr lvl="4">
              <a:buNone/>
            </a:pPr>
            <a:r>
              <a:t>五级</a:t>
            </a:r>
          </a:p>
        </p:txBody>
      </p:sp>
      <p:sp>
        <p:nvSpPr>
          <p:cNvPr id="4" name="日期占位符 3">
            <a:extLst xmlns:a="http://schemas.openxmlformats.org/drawingml/2006/main">
              <a:ext uri="{FF2B5EF4-FFF2-40B4-BE49-F238E27FC236}">
                <a16:creationId xmlns:a16="http://schemas.microsoft.com/office/drawing/2014/main" id="{D1AE355F-828F-1981-ECC4-4E38A9581AD8}"/>
              </a:ext>
            </a:extLst>
          </p:cNvPr>
          <p:cNvSpPr>
            <a:spLocks xmlns:a="http://schemas.openxmlformats.org/drawingml/2006/main" noGrp="1"/>
          </p:cNvSpPr>
          <p:nvPr>
            <p:ph type="dt" idx="2"/>
          </p:nvPr>
        </p:nvSpPr>
        <p:spPr>
          <a:xfrm xmlns:a="http://schemas.openxmlformats.org/drawingml/2006/main">
            <a:off x="8382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fld id="{2FED7BD4-F131-4AFF-8DD2-C55327E2107F}" type="datetimeFigureOut">
              <a:t>2026/5/20</a:t>
            </a:fld>
            <a:endParaRPr/>
          </a:p>
        </p:txBody>
      </p:sp>
      <p:sp>
        <p:nvSpPr>
          <p:cNvPr id="5" name="页脚占位符 4">
            <a:extLst xmlns:a="http://schemas.openxmlformats.org/drawingml/2006/main">
              <a:ext uri="{FF2B5EF4-FFF2-40B4-BE49-F238E27FC236}">
                <a16:creationId xmlns:a16="http://schemas.microsoft.com/office/drawing/2014/main" id="{90163C2E-E855-D004-EA33-4E609A9AB439}"/>
              </a:ext>
            </a:extLst>
          </p:cNvPr>
          <p:cNvSpPr>
            <a:spLocks xmlns:a="http://schemas.openxmlformats.org/drawingml/2006/main" noGrp="1"/>
          </p:cNvSpPr>
          <p:nvPr>
            <p:ph type="ftr" idx="3"/>
          </p:nvPr>
        </p:nvSpPr>
        <p:spPr>
          <a:xfrm xmlns:a="http://schemas.openxmlformats.org/drawingml/2006/main">
            <a:off x="4038600" y="6356350"/>
            <a:ext cx="4114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endParaRPr/>
          </a:p>
        </p:txBody>
      </p:sp>
      <p:sp>
        <p:nvSpPr>
          <p:cNvPr id="6" name="灯片编号占位符 5">
            <a:extLst xmlns:a="http://schemas.openxmlformats.org/drawingml/2006/main">
              <a:ext uri="{FF2B5EF4-FFF2-40B4-BE49-F238E27FC236}">
                <a16:creationId xmlns:a16="http://schemas.microsoft.com/office/drawing/2014/main" id="{D6F7A058-B100-CDD9-D0B5-03F8CBD3C63C}"/>
              </a:ext>
            </a:extLst>
          </p:cNvPr>
          <p:cNvSpPr>
            <a:spLocks xmlns:a="http://schemas.openxmlformats.org/drawingml/2006/main" noGrp="1"/>
          </p:cNvSpPr>
          <p:nvPr>
            <p:ph type="sldNum" idx="4"/>
          </p:nvPr>
        </p:nvSpPr>
        <p:spPr>
          <a:xfrm xmlns:a="http://schemas.openxmlformats.org/drawingml/2006/main">
            <a:off x="8610600" y="6356350"/>
            <a:ext cx="27432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fld id="{7CD9E75D-7824-47C7-A2A6-45405AA0A05A}"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9ccf4ec774408a"/>
    <p:sldLayoutId xmlns:r="http://schemas.openxmlformats.org/officeDocument/2006/relationships" id="2147483650" r:id="R21156a36d513461b"/>
    <p:sldLayoutId xmlns:r="http://schemas.openxmlformats.org/officeDocument/2006/relationships" id="2147483651" r:id="R8dda3c10f8e649f1"/>
    <p:sldLayoutId xmlns:r="http://schemas.openxmlformats.org/officeDocument/2006/relationships" id="2147483652" r:id="R51f33b61e65f4aa1"/>
    <p:sldLayoutId xmlns:r="http://schemas.openxmlformats.org/officeDocument/2006/relationships" id="2147483653" r:id="R7077ab64ad99440b"/>
    <p:sldLayoutId xmlns:r="http://schemas.openxmlformats.org/officeDocument/2006/relationships" id="2147483654" r:id="Rc786ea03ca4b4f55"/>
    <p:sldLayoutId xmlns:r="http://schemas.openxmlformats.org/officeDocument/2006/relationships" id="2147483655" r:id="R65db621f32494dd7"/>
    <p:sldLayoutId xmlns:r="http://schemas.openxmlformats.org/officeDocument/2006/relationships" id="2147483656" r:id="R6d827c60613e4f8e"/>
    <p:sldLayoutId xmlns:r="http://schemas.openxmlformats.org/officeDocument/2006/relationships" id="2147483657" r:id="R7c69a55743e84592"/>
    <p:sldLayoutId xmlns:r="http://schemas.openxmlformats.org/officeDocument/2006/relationships" id="2147483658" r:id="R904002eb626641e0"/>
    <p:sldLayoutId xmlns:r="http://schemas.openxmlformats.org/officeDocument/2006/relationships" id="2147483659" r:id="Re2adae5885024618"/>
  </p:sldLayoutIdLst>
  <p:txStyles>
    <p:titleStyle>
      <a:lvl1pPr xmlns:a="http://schemas.openxmlformats.org/drawingml/2006/main" algn="l" defTabSz="914400">
        <a:lnSpc>
          <a:spcPct val="90000"/>
        </a:lnSpc>
        <a:spcBef>
          <a:spcPct val="0"/>
        </a:spcBef>
        <a:buNone/>
        <a:defRPr sz="44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主题​​">
  <a:themeElements>
    <a:clrScheme name="自定义 1">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2CF3A8"/>
      </a:hlink>
      <a:folHlink>
        <a:srgbClr val="8C8C8C"/>
      </a:folHlink>
    </a:clrScheme>
    <a:fontScheme name="鸿蒙">
      <a:majorFont>
        <a:latin typeface="HarmonyOS Sans SC"/>
        <a:ea typeface="HarmonyOS Sans SC"/>
        <a:cs typeface=""/>
      </a:majorFont>
      <a:minorFont>
        <a:latin typeface="HarmonyOS Sans SC"/>
        <a:ea typeface="HarmonyOS Sans SC"/>
        <a:cs typeface=""/>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7e2f2e4d4ff4450f" /><Relationship Type="http://schemas.openxmlformats.org/officeDocument/2006/relationships/image" Target="/ppt/media/image.png" Id="R649a57015b664b33" /><Relationship Type="http://schemas.openxmlformats.org/officeDocument/2006/relationships/image" Target="/ppt/media/image2.png" Id="R52e843ae16084065" /><Relationship Type="http://schemas.openxmlformats.org/officeDocument/2006/relationships/notesSlide" Target="/ppt/notesSlides/notesSlide1.xml" Id="R842092553cda47e4"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303010a08ad44eff" /><Relationship Type="http://schemas.openxmlformats.org/officeDocument/2006/relationships/notesSlide" Target="/ppt/notesSlides/notesSlide2.xml" Id="Re23ed47c01c0416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140d64fa0c884eb4" /><Relationship Type="http://schemas.openxmlformats.org/officeDocument/2006/relationships/image" Target="/ppt/media/image.jpeg" Id="Rdd731100f19d4966" /><Relationship Type="http://schemas.openxmlformats.org/officeDocument/2006/relationships/image" Target="/ppt/media/image3.png" Id="Ra7e606333b964080" /><Relationship Type="http://schemas.openxmlformats.org/officeDocument/2006/relationships/notesSlide" Target="/ppt/notesSlides/notesSlide3.xml" Id="R94065cd9567a48b0"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3640b940e3934aed" /><Relationship Type="http://schemas.openxmlformats.org/officeDocument/2006/relationships/image" Target="/ppt/media/image.jpeg" Id="Rbd9edff8e07e44ab" /><Relationship Type="http://schemas.openxmlformats.org/officeDocument/2006/relationships/image" Target="/ppt/media/image.svg" Id="R42527a82f9b3490f" /><Relationship Type="http://schemas.openxmlformats.org/officeDocument/2006/relationships/image" Target="/ppt/media/image2.jpeg" Id="Ra84d783708f34adb" /><Relationship Type="http://schemas.openxmlformats.org/officeDocument/2006/relationships/image" Target="/ppt/media/image2.svg" Id="Ra474c5a8f57d42c0" /><Relationship Type="http://schemas.openxmlformats.org/officeDocument/2006/relationships/image" Target="/ppt/media/image4.png" Id="Rffae4e335e7b4362" /><Relationship Type="http://schemas.openxmlformats.org/officeDocument/2006/relationships/image" Target="/ppt/media/image5.png" Id="Rc4eb474b94f54d7b" /><Relationship Type="http://schemas.openxmlformats.org/officeDocument/2006/relationships/notesSlide" Target="/ppt/notesSlides/notesSlide4.xml" Id="Rf212e993d8e34e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06fbac3ccafd47c4" /><Relationship Type="http://schemas.openxmlformats.org/officeDocument/2006/relationships/image" Target="/ppt/media/image6.png" Id="Ra23cf887c3344118" /><Relationship Type="http://schemas.openxmlformats.org/officeDocument/2006/relationships/notesSlide" Target="/ppt/notesSlides/notesSlide5.xml" Id="Rd774981cc15b495e"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1b14345f37d44958" /><Relationship Type="http://schemas.openxmlformats.org/officeDocument/2006/relationships/image" Target="/ppt/media/image3.jpeg" Id="Rf6dfb3d25d904ab7" /><Relationship Type="http://schemas.openxmlformats.org/officeDocument/2006/relationships/notesSlide" Target="/ppt/notesSlides/notesSlide6.xml" Id="R84844de5b31d461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6" name="图片 15">
            <a:extLst xmlns:a="http://schemas.openxmlformats.org/drawingml/2006/main">
              <a:ext uri="{FF2B5EF4-FFF2-40B4-BE49-F238E27FC236}">
                <a16:creationId xmlns:a16="http://schemas.microsoft.com/office/drawing/2014/main" id="{F80A9F6C-B2C6-43D5-9D34-FCFBC83C89D8}"/>
              </a:ext>
            </a:extLst>
          </p:cNvPr>
          <p:cNvPicPr>
            <a:picLocks xmlns:a="http://schemas.openxmlformats.org/drawingml/2006/main" noChangeAspect="1"/>
          </p:cNvPicPr>
          <p:nvPr/>
        </p:nvPicPr>
        <p:blipFill>
          <a:blip xmlns:r="http://schemas.openxmlformats.org/officeDocument/2006/relationships" xmlns:a="http://schemas.openxmlformats.org/drawingml/2006/main" r:embed="R649a57015b664b33"/>
          <a:stretch xmlns:a="http://schemas.openxmlformats.org/drawingml/2006/main">
            <a:fillRect l="0" t="0" r="0" b="0"/>
          </a:stretch>
        </p:blipFill>
        <p:spPr>
          <a:xfrm xmlns:a="http://schemas.openxmlformats.org/drawingml/2006/main" rot="18226567">
            <a:off x="287746" y="373307"/>
            <a:ext cx="7940444" cy="6858000"/>
          </a:xfrm>
          <a:prstGeom xmlns:a="http://schemas.openxmlformats.org/drawingml/2006/main" prst="rect">
            <a:avLst/>
          </a:prstGeom>
        </p:spPr>
      </p:pic>
      <p:pic>
        <p:nvPicPr>
          <p:cNvPr id="13" name="图片 12" hidden="1">
            <a:extLst xmlns:a="http://schemas.openxmlformats.org/drawingml/2006/main">
              <a:ext uri="{FF2B5EF4-FFF2-40B4-BE49-F238E27FC236}">
                <a16:creationId xmlns:a16="http://schemas.microsoft.com/office/drawing/2014/main" id="{F48288CD-ED10-45CF-B836-9748D072B483}"/>
              </a:ext>
            </a:extLst>
          </p:cNvPr>
          <p:cNvPicPr>
            <a:picLocks xmlns:a="http://schemas.openxmlformats.org/drawingml/2006/main" noChangeAspect="1"/>
          </p:cNvPicPr>
          <p:nvPr/>
        </p:nvPicPr>
        <p:blipFill>
          <a:blip xmlns:r="http://schemas.openxmlformats.org/officeDocument/2006/relationships" xmlns:a="http://schemas.openxmlformats.org/drawingml/2006/main" r:embed="R52e843ae16084065"/>
          <a:stretch xmlns:a="http://schemas.openxmlformats.org/drawingml/2006/main">
            <a:fillRect l="0" t="0" r="0" b="0"/>
          </a:stretch>
        </p:blipFill>
        <p:spPr>
          <a:xfrm xmlns:a="http://schemas.openxmlformats.org/drawingml/2006/main" rot="18711701">
            <a:off x="-872921" y="1842557"/>
            <a:ext cx="9059400" cy="5176800"/>
          </a:xfrm>
          <a:prstGeom xmlns:a="http://schemas.openxmlformats.org/drawingml/2006/main" prst="rect">
            <a:avLst/>
          </a:prstGeom>
        </p:spPr>
      </p:pic>
      <p:sp>
        <p:nvSpPr>
          <p:cNvPr id="14" name="矩形 13">
            <a:extLst xmlns:a="http://schemas.openxmlformats.org/drawingml/2006/main">
              <a:ext uri="{FF2B5EF4-FFF2-40B4-BE49-F238E27FC236}">
                <a16:creationId xmlns:a16="http://schemas.microsoft.com/office/drawing/2014/main" id="{D4846546-B821-EDA4-6757-70CAE7EC1F50}"/>
              </a:ext>
            </a:extLst>
          </p:cNvPr>
          <p:cNvSpPr>
            <a:spLocks xmlns:a="http://schemas.openxmlformats.org/drawingml/2006/main" noGrp="1"/>
          </p:cNvSpPr>
          <p:nvPr/>
        </p:nvSpPr>
        <p:spPr>
          <a:xfrm xmlns:a="http://schemas.openxmlformats.org/drawingml/2006/main">
            <a:off x="0" y="5053013"/>
            <a:ext cx="12192000" cy="1804987"/>
          </a:xfrm>
          <a:prstGeom xmlns:a="http://schemas.openxmlformats.org/drawingml/2006/main" prst="rect">
            <a:avLst/>
          </a:prstGeom>
          <a:gradFill xmlns:a="http://schemas.openxmlformats.org/drawingml/2006/main">
            <a:gsLst>
              <a:gs pos="0">
                <a:schemeClr val="tx1"/>
              </a:gs>
              <a:gs pos="100000">
                <a:schemeClr val="tx1">
                  <a:alpha val="0"/>
                </a:schemeClr>
              </a:gs>
            </a:gsLst>
            <a:lin ang="16200000" scaled="0"/>
          </a:gradFill>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latin typeface="SimHei"/>
              <a:ea typeface="SimHei"/>
              <a:cs typeface="SimHei"/>
            </a:endParaRPr>
          </a:p>
        </p:txBody>
      </p:sp>
      <p:sp>
        <p:nvSpPr>
          <p:cNvPr id="3" name="矩形: 圆角 2">
            <a:extLst xmlns:a="http://schemas.openxmlformats.org/drawingml/2006/main">
              <a:ext uri="{FF2B5EF4-FFF2-40B4-BE49-F238E27FC236}">
                <a16:creationId xmlns:a16="http://schemas.microsoft.com/office/drawing/2014/main" id="{83566D75-6AF0-8E7F-BA74-882EB75FE410}"/>
              </a:ext>
            </a:extLst>
          </p:cNvPr>
          <p:cNvSpPr>
            <a:spLocks xmlns:a="http://schemas.openxmlformats.org/drawingml/2006/main" noGrp="1"/>
          </p:cNvSpPr>
          <p:nvPr/>
        </p:nvSpPr>
        <p:spPr>
          <a:xfrm xmlns:a="http://schemas.openxmlformats.org/drawingml/2006/main">
            <a:off x="6780627" y="2410528"/>
            <a:ext cx="4700860" cy="880989"/>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r>
              <a:rPr b="1" cap="all"/>
              <a:t>An Intelligent Household Dehumidification and</a:t>
            </a:r>
            <a:r>
              <a:t> </a:t>
            </a:r>
            <a:r>
              <a:rPr b="1" cap="all"/>
              <a:t>Auxiliary PURIFICATION SYSTEM</a:t>
            </a:r>
            <a:endParaRPr sz="6000">
              <a:solidFill>
                <a:schemeClr val="bg1"/>
              </a:solidFill>
              <a:latin typeface="SimHei"/>
              <a:ea typeface="SimHei"/>
              <a:cs typeface="SimHei"/>
            </a:endParaRPr>
          </a:p>
        </p:txBody>
      </p:sp>
      <p:sp>
        <p:nvSpPr>
          <p:cNvPr id="4" name="矩形: 圆角 3">
            <a:extLst xmlns:a="http://schemas.openxmlformats.org/drawingml/2006/main">
              <a:ext uri="{FF2B5EF4-FFF2-40B4-BE49-F238E27FC236}">
                <a16:creationId xmlns:a16="http://schemas.microsoft.com/office/drawing/2014/main" id="{593B29BE-4838-4D82-B772-CCD03FD61C54}"/>
              </a:ext>
            </a:extLst>
          </p:cNvPr>
          <p:cNvSpPr>
            <a:spLocks xmlns:a="http://schemas.openxmlformats.org/drawingml/2006/main" noGrp="1"/>
          </p:cNvSpPr>
          <p:nvPr/>
        </p:nvSpPr>
        <p:spPr>
          <a:xfrm xmlns:a="http://schemas.openxmlformats.org/drawingml/2006/main">
            <a:off x="600222" y="5708045"/>
            <a:ext cx="3942692" cy="667043"/>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solidFill>
                  <a:schemeClr val="bg1"/>
                </a:solidFill>
                <a:latin typeface="SimHei"/>
                <a:ea typeface="SimHei"/>
                <a:cs typeface="SimHei"/>
              </a:rPr>
              <a:t/>
            </a:r>
          </a:p>
        </p:txBody>
      </p:sp>
      <p:sp>
        <p:nvSpPr>
          <p:cNvPr id="8" name="矩形: 圆角 7">
            <a:extLst xmlns:a="http://schemas.openxmlformats.org/drawingml/2006/main">
              <a:ext uri="{FF2B5EF4-FFF2-40B4-BE49-F238E27FC236}">
                <a16:creationId xmlns:a16="http://schemas.microsoft.com/office/drawing/2014/main" id="{7D33DFD5-5394-A970-87A4-A67EE4BBDD49}"/>
              </a:ext>
            </a:extLst>
          </p:cNvPr>
          <p:cNvSpPr>
            <a:spLocks xmlns:a="http://schemas.openxmlformats.org/drawingml/2006/main" noGrp="1"/>
          </p:cNvSpPr>
          <p:nvPr/>
        </p:nvSpPr>
        <p:spPr>
          <a:xfrm xmlns:a="http://schemas.openxmlformats.org/drawingml/2006/main">
            <a:off x="7737792" y="5416729"/>
            <a:ext cx="3668983" cy="582632"/>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r>
              <a:rPr cap="all"/>
              <a:t>Embedded Control</a:t>
            </a:r>
            <a:endParaRPr/>
          </a:p>
          <a:p xmlns:a="http://schemas.openxmlformats.org/drawingml/2006/main">
            <a:pPr algn="r">
              <a:buNone/>
            </a:pPr>
            <a:r>
              <a:rPr cap="all"/>
              <a:t>Connected Dashboard</a:t>
            </a:r>
            <a:endParaRPr/>
          </a:p>
          <a:p xmlns:a="http://schemas.openxmlformats.org/drawingml/2006/main">
            <a:pPr algn="r">
              <a:buNone/>
            </a:pPr>
            <a:r>
              <a:rPr cap="all"/>
              <a:t>Modular Hardware</a:t>
            </a:r>
            <a:endParaRPr/>
          </a:p>
        </p:txBody>
      </p:sp>
      <p:sp>
        <p:nvSpPr>
          <p:cNvPr id="9" name="矩形: 圆角 8">
            <a:extLst xmlns:a="http://schemas.openxmlformats.org/drawingml/2006/main">
              <a:ext uri="{FF2B5EF4-FFF2-40B4-BE49-F238E27FC236}">
                <a16:creationId xmlns:a16="http://schemas.microsoft.com/office/drawing/2014/main" id="{763A256D-55A0-5ABA-A369-6EAD699242BA}"/>
              </a:ext>
            </a:extLst>
          </p:cNvPr>
          <p:cNvSpPr>
            <a:spLocks xmlns:a="http://schemas.openxmlformats.org/drawingml/2006/main" noGrp="1"/>
          </p:cNvSpPr>
          <p:nvPr/>
        </p:nvSpPr>
        <p:spPr>
          <a:xfrm xmlns:a="http://schemas.openxmlformats.org/drawingml/2006/main">
            <a:off x="9310688" y="5904989"/>
            <a:ext cx="2096087" cy="348171"/>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endParaRPr sz="2000" b="1">
              <a:solidFill>
                <a:schemeClr val="accent1">
                  <a:lumMod val="40000"/>
                  <a:lumOff val="60000"/>
                </a:schemeClr>
              </a:solidFill>
              <a:latin typeface="SimHei"/>
              <a:ea typeface="SimHei"/>
              <a:cs typeface="SimHei"/>
            </a:endParaRPr>
          </a:p>
        </p:txBody>
      </p:sp>
      <p:sp>
        <p:nvSpPr>
          <p:cNvPr id="10" name="矩形: 圆角 9">
            <a:extLst xmlns:a="http://schemas.openxmlformats.org/drawingml/2006/main">
              <a:ext uri="{FF2B5EF4-FFF2-40B4-BE49-F238E27FC236}">
                <a16:creationId xmlns:a16="http://schemas.microsoft.com/office/drawing/2014/main" id="{A3BADBF4-ED8C-05A6-DDB0-DC90EA2D33C2}"/>
              </a:ext>
            </a:extLst>
          </p:cNvPr>
          <p:cNvSpPr>
            <a:spLocks xmlns:a="http://schemas.openxmlformats.org/drawingml/2006/main" noGrp="1"/>
          </p:cNvSpPr>
          <p:nvPr/>
        </p:nvSpPr>
        <p:spPr>
          <a:xfrm xmlns:a="http://schemas.openxmlformats.org/drawingml/2006/main">
            <a:off x="4950941" y="783031"/>
            <a:ext cx="6952012" cy="1853564"/>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r">
              <a:buNone/>
            </a:pPr>
            <a:r>
              <a:rPr sz="11500">
                <a:gradFill>
                  <a:gsLst>
                    <a:gs pos="0">
                      <a:schemeClr val="accent5"/>
                    </a:gs>
                    <a:gs pos="100000">
                      <a:srgbClr val="F29CCB"/>
                    </a:gs>
                  </a:gsLst>
                  <a:lin ang="12000000" scaled="0"/>
                </a:gradFill>
                <a:latin typeface="SimHei"/>
                <a:ea typeface="SimHei"/>
                <a:cs typeface="SimHei"/>
              </a:rPr>
              <a:t>XIAOSHI</a:t>
            </a:r>
          </a:p>
        </p:txBody>
      </p:sp>
      <p:sp>
        <p:nvSpPr>
          <p:cNvPr id="11" name="矩形: 圆角 11">
            <a:extLst xmlns:a="http://schemas.openxmlformats.org/drawingml/2006/main">
              <a:ext uri="{FF2B5EF4-FFF2-40B4-BE49-F238E27FC236}">
                <a16:creationId xmlns:a16="http://schemas.microsoft.com/office/drawing/2014/main" id="{58B26065-E594-D04F-9200-CAC206A95073}"/>
              </a:ext>
            </a:extLst>
          </p:cNvPr>
          <p:cNvSpPr>
            <a:spLocks xmlns:a="http://schemas.openxmlformats.org/drawingml/2006/main" noGrp="1"/>
          </p:cNvSpPr>
          <p:nvPr/>
        </p:nvSpPr>
        <p:spPr>
          <a:xfrm xmlns:a="http://schemas.openxmlformats.org/drawingml/2006/main">
            <a:off x="10358731" y="6384731"/>
            <a:ext cx="1983728" cy="577911"/>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r>
              <a:rPr sz="1600">
                <a:solidFill>
                  <a:schemeClr val="bg1">
                    <a:lumMod val="85000"/>
                  </a:schemeClr>
                </a:solidFill>
                <a:latin typeface="SimHei"/>
                <a:ea typeface="SimHei"/>
                <a:cs typeface="SimHei"/>
              </a:rPr>
              <a:t/>
            </a:r>
            <a:endParaRPr sz="1600">
              <a:solidFill>
                <a:schemeClr val="bg1">
                  <a:lumMod val="85000"/>
                </a:schemeClr>
              </a:solidFill>
              <a:latin typeface="SimHei"/>
              <a:ea typeface="SimHei"/>
              <a:cs typeface="SimHei"/>
            </a:endParaRPr>
          </a:p>
        </p:txBody>
      </p:sp>
    </p:spTree>
    <p:extLst>
      <p:ext uri="{BB962C8B-B14F-4D97-AF65-F5344CB8AC3E}">
        <p14:creationId xmlns:p14="http://schemas.microsoft.com/office/powerpoint/2010/main" val="1617347561"/>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矩形: 圆角 1">
            <a:extLst xmlns:a="http://schemas.openxmlformats.org/drawingml/2006/main">
              <a:ext uri="{FF2B5EF4-FFF2-40B4-BE49-F238E27FC236}">
                <a16:creationId xmlns:a16="http://schemas.microsoft.com/office/drawing/2014/main" id="{EB52A911-FAAE-F6AD-8EB1-090C1F80309E}"/>
              </a:ext>
            </a:extLst>
          </p:cNvPr>
          <p:cNvSpPr>
            <a:spLocks xmlns:a="http://schemas.openxmlformats.org/drawingml/2006/main" noGrp="1"/>
          </p:cNvSpPr>
          <p:nvPr/>
        </p:nvSpPr>
        <p:spPr>
          <a:xfrm xmlns:a="http://schemas.openxmlformats.org/drawingml/2006/main">
            <a:off x="563003" y="2257244"/>
            <a:ext cx="9012702" cy="1094008"/>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nSpc>
                <a:spcPct val="150000"/>
              </a:lnSpc>
              <a:buNone/>
            </a:pPr>
            <a:endParaRPr sz="2400" b="1">
              <a:solidFill>
                <a:schemeClr val="bg1"/>
              </a:solidFill>
              <a:latin typeface="SimHei"/>
              <a:ea typeface="SimHei"/>
              <a:cs typeface="SimHei"/>
            </a:endParaRPr>
          </a:p>
        </p:txBody>
      </p:sp>
      <p:sp>
        <p:nvSpPr>
          <p:cNvPr id="3" name="矩形: 圆角 2">
            <a:extLst xmlns:a="http://schemas.openxmlformats.org/drawingml/2006/main">
              <a:ext uri="{FF2B5EF4-FFF2-40B4-BE49-F238E27FC236}">
                <a16:creationId xmlns:a16="http://schemas.microsoft.com/office/drawing/2014/main" id="{A7CBB4F6-2010-1394-1845-64C1B93CA7BE}"/>
              </a:ext>
            </a:extLst>
          </p:cNvPr>
          <p:cNvSpPr>
            <a:spLocks xmlns:a="http://schemas.openxmlformats.org/drawingml/2006/main" noGrp="1"/>
          </p:cNvSpPr>
          <p:nvPr/>
        </p:nvSpPr>
        <p:spPr>
          <a:xfrm xmlns:a="http://schemas.openxmlformats.org/drawingml/2006/main">
            <a:off x="166795" y="371847"/>
            <a:ext cx="7068194" cy="794620"/>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sz="3600" b="1">
                <a:solidFill>
                  <a:srgbClr val="FF8BAE"/>
                </a:solidFill>
                <a:latin typeface="微软雅黑"/>
                <a:ea typeface="微软雅黑"/>
                <a:cs typeface="微软雅黑"/>
              </a:rPr>
              <a:t>Background &amp; Requirements</a:t>
            </a:r>
            <a:endParaRPr sz="3600" b="1">
              <a:solidFill>
                <a:srgbClr val="FF8BAE"/>
              </a:solidFill>
              <a:latin typeface="微软雅黑"/>
              <a:ea typeface="微软雅黑"/>
              <a:cs typeface="微软雅黑"/>
            </a:endParaRPr>
          </a:p>
          <a:p xmlns:a="http://schemas.openxmlformats.org/drawingml/2006/main">
            <a:endParaRPr sz="3600" b="1">
              <a:solidFill>
                <a:srgbClr val="FF8BAE"/>
              </a:solidFill>
              <a:latin typeface="微软雅黑"/>
              <a:ea typeface="微软雅黑"/>
              <a:cs typeface="微软雅黑"/>
            </a:endParaRPr>
          </a:p>
        </p:txBody>
      </p:sp>
      <p:sp>
        <p:nvSpPr>
          <p:cNvPr id="7" name="文本框 6">
            <a:extLst xmlns:a="http://schemas.openxmlformats.org/drawingml/2006/main">
              <a:ext uri="{FF2B5EF4-FFF2-40B4-BE49-F238E27FC236}">
                <a16:creationId xmlns:a16="http://schemas.microsoft.com/office/drawing/2014/main" id="{AE3A0522-9B8F-EB3C-C020-7C2126BF47AE}"/>
              </a:ext>
            </a:extLst>
          </p:cNvPr>
          <p:cNvSpPr>
            <a:spLocks xmlns:a="http://schemas.openxmlformats.org/drawingml/2006/main" noGrp="1"/>
          </p:cNvSpPr>
          <p:nvPr/>
        </p:nvSpPr>
        <p:spPr>
          <a:xfrm xmlns:a="http://schemas.openxmlformats.org/drawingml/2006/main">
            <a:off x="339810" y="2720310"/>
            <a:ext cx="11392365" cy="126188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buNone/>
            </a:pPr>
            <a:r>
              <a:rPr sz="2800" b="1">
                <a:solidFill>
                  <a:schemeClr val="accent1">
                    <a:lumMod val="40000"/>
                    <a:lumOff val="60000"/>
                  </a:schemeClr>
                </a:solidFill>
                <a:latin typeface="微软雅黑"/>
                <a:ea typeface="微软雅黑"/>
                <a:cs typeface="微软雅黑"/>
              </a:rPr>
              <a:t>Target Users</a:t>
            </a:r>
          </a:p>
          <a:p xmlns:a="http://schemas.openxmlformats.org/drawingml/2006/main">
            <a:r>
              <a:rPr sz="2400">
                <a:solidFill>
                  <a:schemeClr val="bg1"/>
                </a:solidFill>
              </a:rPr>
              <a:t>Users who need dry, clean storage for valuable items and prefer convenient monitoring and control of enclosed spaces.</a:t>
            </a:r>
            <a:endParaRPr sz="2400">
              <a:solidFill>
                <a:schemeClr val="bg1"/>
              </a:solidFill>
              <a:latin typeface="微软雅黑"/>
              <a:ea typeface="微软雅黑"/>
              <a:cs typeface="微软雅黑"/>
            </a:endParaRPr>
          </a:p>
        </p:txBody>
      </p:sp>
      <p:graphicFrame>
        <p:nvGraphicFramePr>
          <p:cNvPr id="24" name="表格 23">
            <a:extLst xmlns:a="http://schemas.openxmlformats.org/drawingml/2006/main">
              <a:ext uri="{FF2B5EF4-FFF2-40B4-BE49-F238E27FC236}">
                <a16:creationId xmlns:a16="http://schemas.microsoft.com/office/drawing/2014/main" id="{7D9D7CE2-3B3C-48CA-9B97-ABC2E4855538}"/>
              </a:ext>
            </a:extLst>
          </p:cNvPr>
          <p:cNvGraphicFramePr/>
          <p:nvPr/>
        </p:nvGraphicFramePr>
        <p:xfrm>
          <a:off xmlns:a="http://schemas.openxmlformats.org/drawingml/2006/main" x="339810" y="4485100"/>
          <a:ext xmlns:a="http://schemas.openxmlformats.org/drawingml/2006/main" cx="11348982" cy="2286000"/>
        </p:xfrm>
        <a:graphic xmlns:a="http://schemas.openxmlformats.org/drawingml/2006/main">
          <a:graphicData uri="http://schemas.openxmlformats.org/drawingml/2006/table">
            <a:tbl>
              <a:tblPr firstRow="1" bandRow="1">
                <a:tableStyleId>{5C22544A-7EE6-4342-B048-85BDC9FD1C3A}</a:tableStyleId>
              </a:tblPr>
              <a:tblGrid>
                <a:gridCol w="5173183"/>
                <a:gridCol w="6175799"/>
              </a:tblGrid>
              <a:tr h="277698">
                <a:tc>
                  <a:txBody>
                    <a:bodyPr/>
                    <a:lstStyle/>
                    <a:p>
                      <a:pPr marL="0" algn="l" defTabSz="914400">
                        <a:buNone/>
                      </a:pPr>
                      <a:r>
                        <a:rPr sz="2400" b="1">
                          <a:solidFill>
                            <a:schemeClr val="bg1"/>
                          </a:solidFill>
                          <a:latin typeface="微软雅黑"/>
                          <a:ea typeface="微软雅黑"/>
                          <a:cs typeface="微软雅黑"/>
                        </a:rPr>
                        <a:t>User Need</a:t>
                      </a:r>
                    </a:p>
                  </a:txBody>
                  <a:tcPr marL="91440" marR="91440" marT="45720" marB="45720" anchor="ctr">
                    <a:solidFill>
                      <a:schemeClr val="accent1">
                        <a:lumMod val="60000"/>
                        <a:lumOff val="40000"/>
                      </a:schemeClr>
                    </a:solidFill>
                  </a:tcPr>
                </a:tc>
                <a:tc>
                  <a:txBody>
                    <a:bodyPr/>
                    <a:lstStyle/>
                    <a:p>
                      <a:pPr marL="0" algn="l" defTabSz="914400">
                        <a:buNone/>
                      </a:pPr>
                      <a:r>
                        <a:rPr sz="2400" b="1">
                          <a:solidFill>
                            <a:schemeClr val="bg1"/>
                          </a:solidFill>
                          <a:latin typeface="微软雅黑"/>
                          <a:ea typeface="微软雅黑"/>
                          <a:cs typeface="微软雅黑"/>
                        </a:rPr>
                        <a:t>Design Requirement</a:t>
                      </a:r>
                      <a:endParaRPr sz="2400" b="1" kern="1200">
                        <a:solidFill>
                          <a:schemeClr val="bg1"/>
                        </a:solidFill>
                        <a:latin typeface="微软雅黑"/>
                        <a:ea typeface="微软雅黑"/>
                        <a:cs typeface="微软雅黑"/>
                      </a:endParaRPr>
                    </a:p>
                  </a:txBody>
                  <a:tcPr marL="91440" marR="91440" marT="45720" marB="45720" anchor="ctr">
                    <a:solidFill>
                      <a:schemeClr val="accent1">
                        <a:lumMod val="60000"/>
                        <a:lumOff val="40000"/>
                      </a:schemeClr>
                    </a:solidFill>
                  </a:tcPr>
                </a:tc>
              </a:tr>
              <a:tr h="222159">
                <a:tc>
                  <a:txBody>
                    <a:bodyPr/>
                    <a:lstStyle/>
                    <a:p>
                      <a:pPr>
                        <a:buNone/>
                      </a:pPr>
                      <a:r>
                        <a:rPr>
                          <a:latin typeface="微软雅黑"/>
                          <a:ea typeface="微软雅黑"/>
                          <a:cs typeface="微软雅黑"/>
                        </a:rPr>
                        <a:t>Reduce humidity</a:t>
                      </a:r>
                    </a:p>
                  </a:txBody>
                  <a:tcPr marL="91440" marR="91440" marT="45720" marB="45720" anchor="ctr"/>
                </a:tc>
                <a:tc>
                  <a:txBody>
                    <a:bodyPr/>
                    <a:lstStyle/>
                    <a:p>
                      <a:pPr>
                        <a:buNone/>
                      </a:pPr>
                      <a:r>
                        <a:rPr>
                          <a:latin typeface="微软雅黑"/>
                          <a:ea typeface="微软雅黑"/>
                          <a:cs typeface="微软雅黑"/>
                        </a:rPr>
                        <a:t>Dehumidification function</a:t>
                      </a:r>
                    </a:p>
                  </a:txBody>
                  <a:tcPr marL="91440" marR="91440" marT="45720" marB="45720" anchor="ctr"/>
                </a:tc>
              </a:tr>
              <a:tr h="225244">
                <a:tc>
                  <a:txBody>
                    <a:bodyPr/>
                    <a:lstStyle/>
                    <a:p>
                      <a:pPr marL="0" algn="l" defTabSz="914400">
                        <a:buNone/>
                      </a:pPr>
                      <a:r>
                        <a:rPr sz="1800">
                          <a:solidFill>
                            <a:schemeClr val="dk1"/>
                          </a:solidFill>
                          <a:latin typeface="微软雅黑"/>
                          <a:ea typeface="微软雅黑"/>
                          <a:cs typeface="微软雅黑"/>
                        </a:rPr>
                        <a:t>Monitor environmental status</a:t>
                      </a:r>
                      <a:endParaRPr sz="1800" kern="1200">
                        <a:solidFill>
                          <a:schemeClr val="dk1"/>
                        </a:solidFill>
                        <a:latin typeface="微软雅黑"/>
                        <a:ea typeface="微软雅黑"/>
                        <a:cs typeface="微软雅黑"/>
                      </a:endParaRPr>
                    </a:p>
                  </a:txBody>
                  <a:tcPr marL="91440" marR="91440" marT="45720" marB="45720" anchor="ctr"/>
                </a:tc>
                <a:tc>
                  <a:txBody>
                    <a:bodyPr/>
                    <a:lstStyle/>
                    <a:p>
                      <a:pPr>
                        <a:buNone/>
                      </a:pPr>
                      <a:r>
                        <a:rPr sz="1800">
                          <a:solidFill>
                            <a:schemeClr val="dk1"/>
                          </a:solidFill>
                          <a:latin typeface="微软雅黑"/>
                          <a:ea typeface="微软雅黑"/>
                          <a:cs typeface="微软雅黑"/>
                        </a:rPr>
                        <a:t>Environmental data display</a:t>
                      </a:r>
                      <a:endParaRPr sz="1800" kern="1200">
                        <a:solidFill>
                          <a:schemeClr val="dk1"/>
                        </a:solidFill>
                        <a:latin typeface="微软雅黑"/>
                        <a:ea typeface="微软雅黑"/>
                        <a:cs typeface="微软雅黑"/>
                      </a:endParaRPr>
                    </a:p>
                  </a:txBody>
                  <a:tcPr marL="91440" marR="91440" marT="45720" marB="45720" anchor="ctr"/>
                </a:tc>
              </a:tr>
              <a:tr h="225244">
                <a:tc>
                  <a:txBody>
                    <a:bodyPr/>
                    <a:lstStyle/>
                    <a:p>
                      <a:pPr>
                        <a:buNone/>
                      </a:pPr>
                      <a:r>
                        <a:rPr>
                          <a:latin typeface="微软雅黑"/>
                          <a:ea typeface="微软雅黑"/>
                          <a:cs typeface="微软雅黑"/>
                        </a:rPr>
                        <a:t>Improve air quality</a:t>
                      </a:r>
                    </a:p>
                  </a:txBody>
                  <a:tcPr marL="91440" marR="91440" marT="45720" marB="45720" anchor="ctr"/>
                </a:tc>
                <a:tc>
                  <a:txBody>
                    <a:bodyPr/>
                    <a:lstStyle/>
                    <a:p>
                      <a:pPr>
                        <a:buNone/>
                      </a:pPr>
                      <a:r>
                        <a:rPr>
                          <a:latin typeface="微软雅黑"/>
                          <a:ea typeface="微软雅黑"/>
                          <a:cs typeface="微软雅黑"/>
                        </a:rPr>
                        <a:t>Improve air quality</a:t>
                      </a:r>
                    </a:p>
                  </a:txBody>
                  <a:tcPr marL="91440" marR="91440" marT="45720" marB="45720" anchor="ctr"/>
                </a:tc>
              </a:tr>
              <a:tr h="225244">
                <a:tc>
                  <a:txBody>
                    <a:bodyPr/>
                    <a:lstStyle/>
                    <a:p>
                      <a:pPr>
                        <a:buNone/>
                      </a:pPr>
                      <a:r>
                        <a:rPr>
                          <a:latin typeface="微软雅黑"/>
                          <a:ea typeface="微软雅黑"/>
                          <a:cs typeface="微软雅黑"/>
                        </a:rPr>
                        <a:t>Easy operation</a:t>
                      </a:r>
                    </a:p>
                  </a:txBody>
                  <a:tcPr marL="91440" marR="91440" marT="45720" marB="45720" anchor="ctr"/>
                </a:tc>
                <a:tc>
                  <a:txBody>
                    <a:bodyPr/>
                    <a:lstStyle/>
                    <a:p>
                      <a:pPr>
                        <a:buNone/>
                      </a:pPr>
                      <a:r>
                        <a:rPr>
                          <a:latin typeface="微软雅黑"/>
                          <a:ea typeface="微软雅黑"/>
                          <a:cs typeface="微软雅黑"/>
                        </a:rPr>
                        <a:t>Easy operation</a:t>
                      </a:r>
                    </a:p>
                  </a:txBody>
                  <a:tcPr marL="91440" marR="91440" marT="45720" marB="45720" anchor="ctr"/>
                </a:tc>
              </a:tr>
              <a:tr h="225244">
                <a:tc>
                  <a:txBody>
                    <a:bodyPr/>
                    <a:lstStyle/>
                    <a:p>
                      <a:pPr>
                        <a:buNone/>
                      </a:pPr>
                      <a:r>
                        <a:rPr>
                          <a:latin typeface="微软雅黑"/>
                          <a:ea typeface="微软雅黑"/>
                          <a:cs typeface="微软雅黑"/>
                        </a:rPr>
                        <a:t>Fit small spaces</a:t>
                      </a:r>
                    </a:p>
                  </a:txBody>
                  <a:tcPr marL="91440" marR="91440" marT="45720" marB="45720" anchor="ctr"/>
                </a:tc>
                <a:tc>
                  <a:txBody>
                    <a:bodyPr/>
                    <a:lstStyle/>
                    <a:p>
                      <a:pPr>
                        <a:buNone/>
                      </a:pPr>
                      <a:r>
                        <a:rPr>
                          <a:latin typeface="微软雅黑"/>
                          <a:ea typeface="微软雅黑"/>
                          <a:cs typeface="微软雅黑"/>
                        </a:rPr>
                        <a:t>Fit small spaces</a:t>
                      </a:r>
                    </a:p>
                  </a:txBody>
                  <a:tcPr marL="91440" marR="91440" marT="45720" marB="45720" anchor="ctr"/>
                </a:tc>
              </a:tr>
            </a:tbl>
          </a:graphicData>
        </a:graphic>
      </p:graphicFrame>
      <p:sp>
        <p:nvSpPr>
          <p:cNvPr id="5" name="文本框 4">
            <a:extLst xmlns:a="http://schemas.openxmlformats.org/drawingml/2006/main">
              <a:ext uri="{FF2B5EF4-FFF2-40B4-BE49-F238E27FC236}">
                <a16:creationId xmlns:a16="http://schemas.microsoft.com/office/drawing/2014/main" id="{F131D389-6172-42E4-1BA2-7846ABA95FFD}"/>
              </a:ext>
            </a:extLst>
          </p:cNvPr>
          <p:cNvSpPr>
            <a:spLocks xmlns:a="http://schemas.openxmlformats.org/drawingml/2006/main" noGrp="1"/>
          </p:cNvSpPr>
          <p:nvPr/>
        </p:nvSpPr>
        <p:spPr>
          <a:xfrm xmlns:a="http://schemas.openxmlformats.org/drawingml/2006/main">
            <a:off x="339810" y="1123867"/>
            <a:ext cx="11348981" cy="1261884"/>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800" b="1">
                <a:solidFill>
                  <a:schemeClr val="accent1">
                    <a:lumMod val="40000"/>
                    <a:lumOff val="60000"/>
                  </a:schemeClr>
                </a:solidFill>
                <a:latin typeface="微软雅黑"/>
                <a:ea typeface="微软雅黑"/>
                <a:cs typeface="微软雅黑"/>
              </a:rPr>
              <a:t>High humidity problems</a:t>
            </a:r>
          </a:p>
          <a:p xmlns:a="http://schemas.openxmlformats.org/drawingml/2006/main">
            <a:pPr>
              <a:buNone/>
            </a:pPr>
            <a:r>
              <a:rPr sz="2400">
                <a:solidFill>
                  <a:schemeClr val="bg1"/>
                </a:solidFill>
              </a:rPr>
              <a:t>High humidity can cause discomfort, mold growth, and damage to stored items such as clothes, books, wooden products and musical instruments.</a:t>
            </a:r>
          </a:p>
        </p:txBody>
      </p:sp>
    </p:spTree>
    <p:extLst>
      <p:ext uri="{BB962C8B-B14F-4D97-AF65-F5344CB8AC3E}">
        <p14:creationId xmlns:p14="http://schemas.microsoft.com/office/powerpoint/2010/main" val="2449749864"/>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4" name="标题 3">
            <a:extLst xmlns:a="http://schemas.openxmlformats.org/drawingml/2006/main">
              <a:ext uri="{FF2B5EF4-FFF2-40B4-BE49-F238E27FC236}">
                <a16:creationId xmlns:a16="http://schemas.microsoft.com/office/drawing/2014/main" id="{461281BB-3775-0AFE-93BF-8DA1A044ED53}"/>
              </a:ext>
            </a:extLst>
          </p:cNvPr>
          <p:cNvSpPr>
            <a:spLocks xmlns:a="http://schemas.openxmlformats.org/drawingml/2006/main" noGrp="1"/>
          </p:cNvSpPr>
          <p:nvPr/>
        </p:nvSpPr>
        <p:spPr>
          <a:xfrm xmlns:a="http://schemas.openxmlformats.org/drawingml/2006/main">
            <a:off x="208630" y="1490999"/>
            <a:ext cx="4761629" cy="763270"/>
          </a:xfrm>
          <a:prstGeom xmlns:a="http://schemas.openxmlformats.org/drawingml/2006/main" prst="rect">
            <a:avLst/>
          </a:prstGeom>
        </p:spPr>
        <p:txBody>
          <a:bodyPr xmlns:a="http://schemas.openxmlformats.org/drawingml/2006/main"/>
          <a:lstStyle xmlns:a="http://schemas.openxmlformats.org/drawingml/2006/main">
            <a:lvl1pPr algn="l" defTabSz="914400">
              <a:lnSpc>
                <a:spcPct val="90000"/>
              </a:lnSpc>
              <a:spcBef>
                <a:spcPct val="0"/>
              </a:spcBef>
              <a:buNone/>
              <a:defRPr sz="4400" kern="1200">
                <a:solidFill>
                  <a:schemeClr val="tx1"/>
                </a:solidFill>
                <a:latin typeface="+mj-lt"/>
                <a:ea typeface="+mj-lt"/>
                <a:cs typeface="+mj-lt"/>
              </a:defRPr>
            </a:lvl1pPr>
          </a:lstStyle>
          <a:p xmlns:a="http://schemas.openxmlformats.org/drawingml/2006/main">
            <a:r>
              <a:rPr sz="2800">
                <a:solidFill>
                  <a:schemeClr val="accent3">
                    <a:lumMod val="40000"/>
                    <a:lumOff val="60000"/>
                  </a:schemeClr>
                </a:solidFill>
                <a:latin typeface="微软雅黑"/>
                <a:ea typeface="微软雅黑"/>
                <a:cs typeface="微软雅黑"/>
              </a:rPr>
              <a:t>Hardware Design Features</a:t>
            </a:r>
            <a:endParaRPr sz="2800">
              <a:solidFill>
                <a:schemeClr val="accent3">
                  <a:lumMod val="40000"/>
                  <a:lumOff val="60000"/>
                </a:schemeClr>
              </a:solidFill>
              <a:latin typeface="微软雅黑"/>
              <a:ea typeface="微软雅黑"/>
              <a:cs typeface="微软雅黑"/>
            </a:endParaRPr>
          </a:p>
        </p:txBody>
      </p:sp>
      <p:sp>
        <p:nvSpPr>
          <p:cNvPr id="14" name="矩形: 圆角 13">
            <a:extLst xmlns:a="http://schemas.openxmlformats.org/drawingml/2006/main">
              <a:ext uri="{FF2B5EF4-FFF2-40B4-BE49-F238E27FC236}">
                <a16:creationId xmlns:a16="http://schemas.microsoft.com/office/drawing/2014/main" id="{11C43A70-CE6F-4800-8C0F-704299BBFAC4}"/>
              </a:ext>
            </a:extLst>
          </p:cNvPr>
          <p:cNvSpPr>
            <a:spLocks xmlns:a="http://schemas.openxmlformats.org/drawingml/2006/main" noGrp="1"/>
          </p:cNvSpPr>
          <p:nvPr/>
        </p:nvSpPr>
        <p:spPr>
          <a:xfrm xmlns:a="http://schemas.openxmlformats.org/drawingml/2006/main">
            <a:off x="789233" y="4628088"/>
            <a:ext cx="4297984" cy="550058"/>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sz="2400" b="1">
              <a:solidFill>
                <a:schemeClr val="bg1"/>
              </a:solidFill>
              <a:latin typeface="微软雅黑"/>
              <a:ea typeface="微软雅黑"/>
              <a:cs typeface="微软雅黑"/>
            </a:endParaRPr>
          </a:p>
        </p:txBody>
      </p:sp>
      <p:sp>
        <p:nvSpPr>
          <p:cNvPr id="39" name="直线连接符 38">
            <a:extLst xmlns:a="http://schemas.openxmlformats.org/drawingml/2006/main">
              <a:ext uri="{FF2B5EF4-FFF2-40B4-BE49-F238E27FC236}">
                <a16:creationId xmlns:a16="http://schemas.microsoft.com/office/drawing/2014/main" id="{2415C102-5715-44A9-B545-EFF4FCEF48C0}"/>
              </a:ext>
            </a:extLst>
          </p:cNvPr>
          <p:cNvSpPr>
            <a:spLocks xmlns:a="http://schemas.openxmlformats.org/drawingml/2006/main" noGrp="1"/>
          </p:cNvSpPr>
          <p:nvPr/>
        </p:nvSpPr>
        <p:spPr>
          <a:xfrm xmlns:a="http://schemas.openxmlformats.org/drawingml/2006/main" flipV="1">
            <a:off x="6683321" y="1918483"/>
            <a:ext cx="1081163" cy="38658"/>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43" name="直线连接符 42">
            <a:extLst xmlns:a="http://schemas.openxmlformats.org/drawingml/2006/main">
              <a:ext uri="{FF2B5EF4-FFF2-40B4-BE49-F238E27FC236}">
                <a16:creationId xmlns:a16="http://schemas.microsoft.com/office/drawing/2014/main" id="{2ADC51AE-2BC9-41F8-8758-8EBBD83C9E1F}"/>
              </a:ext>
            </a:extLst>
          </p:cNvPr>
          <p:cNvSpPr>
            <a:spLocks xmlns:a="http://schemas.openxmlformats.org/drawingml/2006/main" noGrp="1"/>
          </p:cNvSpPr>
          <p:nvPr/>
        </p:nvSpPr>
        <p:spPr>
          <a:xfrm xmlns:a="http://schemas.openxmlformats.org/drawingml/2006/main" flipV="1">
            <a:off x="7770976" y="1627833"/>
            <a:ext cx="1886311" cy="282108"/>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45" name="文本框 44">
            <a:extLst xmlns:a="http://schemas.openxmlformats.org/drawingml/2006/main">
              <a:ext uri="{FF2B5EF4-FFF2-40B4-BE49-F238E27FC236}">
                <a16:creationId xmlns:a16="http://schemas.microsoft.com/office/drawing/2014/main" id="{CC8144E5-09B1-1E41-94F1-AC3A227AC939}"/>
              </a:ext>
            </a:extLst>
          </p:cNvPr>
          <p:cNvSpPr>
            <a:spLocks xmlns:a="http://schemas.openxmlformats.org/drawingml/2006/main" noGrp="1"/>
          </p:cNvSpPr>
          <p:nvPr/>
        </p:nvSpPr>
        <p:spPr>
          <a:xfrm xmlns:a="http://schemas.openxmlformats.org/drawingml/2006/main">
            <a:off x="8056589" y="1243458"/>
            <a:ext cx="3926781"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solidFill>
                <a:latin typeface="微软雅黑"/>
                <a:ea typeface="微软雅黑"/>
                <a:cs typeface="微软雅黑"/>
              </a:rPr>
              <a:t>Chemical dehumidification layer</a:t>
            </a:r>
            <a:endParaRPr b="1">
              <a:solidFill>
                <a:schemeClr val="bg1"/>
              </a:solidFill>
              <a:latin typeface="微软雅黑"/>
              <a:ea typeface="微软雅黑"/>
              <a:cs typeface="微软雅黑"/>
            </a:endParaRPr>
          </a:p>
        </p:txBody>
      </p:sp>
      <p:sp>
        <p:nvSpPr>
          <p:cNvPr id="50" name="直线连接符 49">
            <a:extLst xmlns:a="http://schemas.openxmlformats.org/drawingml/2006/main">
              <a:ext uri="{FF2B5EF4-FFF2-40B4-BE49-F238E27FC236}">
                <a16:creationId xmlns:a16="http://schemas.microsoft.com/office/drawing/2014/main" id="{53DE88F0-2368-46F8-A4CB-B6269F8EC231}"/>
              </a:ext>
            </a:extLst>
          </p:cNvPr>
          <p:cNvSpPr>
            <a:spLocks xmlns:a="http://schemas.openxmlformats.org/drawingml/2006/main" noGrp="1"/>
          </p:cNvSpPr>
          <p:nvPr/>
        </p:nvSpPr>
        <p:spPr>
          <a:xfrm xmlns:a="http://schemas.openxmlformats.org/drawingml/2006/main" flipV="1">
            <a:off x="6683321" y="2482319"/>
            <a:ext cx="1009384" cy="91324"/>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51" name="直线连接符 50">
            <a:extLst xmlns:a="http://schemas.openxmlformats.org/drawingml/2006/main">
              <a:ext uri="{FF2B5EF4-FFF2-40B4-BE49-F238E27FC236}">
                <a16:creationId xmlns:a16="http://schemas.microsoft.com/office/drawing/2014/main" id="{41E38F17-5310-4266-8C16-FD951BD0DB75}"/>
              </a:ext>
            </a:extLst>
          </p:cNvPr>
          <p:cNvSpPr>
            <a:spLocks xmlns:a="http://schemas.openxmlformats.org/drawingml/2006/main" noGrp="1"/>
          </p:cNvSpPr>
          <p:nvPr/>
        </p:nvSpPr>
        <p:spPr>
          <a:xfrm xmlns:a="http://schemas.openxmlformats.org/drawingml/2006/main" flipV="1">
            <a:off x="7692705" y="2472618"/>
            <a:ext cx="1882239" cy="15043"/>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60" name="文本框 59">
            <a:extLst xmlns:a="http://schemas.openxmlformats.org/drawingml/2006/main">
              <a:ext uri="{FF2B5EF4-FFF2-40B4-BE49-F238E27FC236}">
                <a16:creationId xmlns:a16="http://schemas.microsoft.com/office/drawing/2014/main" id="{9C24C688-44F8-B540-B9EF-B0423A573D6D}"/>
              </a:ext>
            </a:extLst>
          </p:cNvPr>
          <p:cNvSpPr>
            <a:spLocks xmlns:a="http://schemas.openxmlformats.org/drawingml/2006/main" noGrp="1"/>
          </p:cNvSpPr>
          <p:nvPr/>
        </p:nvSpPr>
        <p:spPr>
          <a:xfrm xmlns:a="http://schemas.openxmlformats.org/drawingml/2006/main">
            <a:off x="8056589" y="2052856"/>
            <a:ext cx="1278940"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微软雅黑"/>
                <a:ea typeface="微软雅黑"/>
                <a:cs typeface="微软雅黑"/>
              </a:rPr>
              <a:t>Fan Layer</a:t>
            </a:r>
            <a:endParaRPr b="1">
              <a:solidFill>
                <a:schemeClr val="bg1"/>
              </a:solidFill>
              <a:latin typeface="微软雅黑"/>
              <a:ea typeface="微软雅黑"/>
              <a:cs typeface="微软雅黑"/>
            </a:endParaRPr>
          </a:p>
        </p:txBody>
      </p:sp>
      <p:sp>
        <p:nvSpPr>
          <p:cNvPr id="62" name="直线连接符 61">
            <a:extLst xmlns:a="http://schemas.openxmlformats.org/drawingml/2006/main">
              <a:ext uri="{FF2B5EF4-FFF2-40B4-BE49-F238E27FC236}">
                <a16:creationId xmlns:a16="http://schemas.microsoft.com/office/drawing/2014/main" id="{A298CB82-966F-4465-93B8-A10803E39518}"/>
              </a:ext>
            </a:extLst>
          </p:cNvPr>
          <p:cNvSpPr>
            <a:spLocks xmlns:a="http://schemas.openxmlformats.org/drawingml/2006/main" noGrp="1"/>
          </p:cNvSpPr>
          <p:nvPr/>
        </p:nvSpPr>
        <p:spPr>
          <a:xfrm xmlns:a="http://schemas.openxmlformats.org/drawingml/2006/main">
            <a:off x="6601276" y="3483196"/>
            <a:ext cx="1169142" cy="356630"/>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63" name="直线连接符 62">
            <a:extLst xmlns:a="http://schemas.openxmlformats.org/drawingml/2006/main">
              <a:ext uri="{FF2B5EF4-FFF2-40B4-BE49-F238E27FC236}">
                <a16:creationId xmlns:a16="http://schemas.microsoft.com/office/drawing/2014/main" id="{A1A9CC70-471A-4BC1-B5EC-4CDED5566036}"/>
              </a:ext>
            </a:extLst>
          </p:cNvPr>
          <p:cNvSpPr>
            <a:spLocks xmlns:a="http://schemas.openxmlformats.org/drawingml/2006/main" noGrp="1"/>
          </p:cNvSpPr>
          <p:nvPr/>
        </p:nvSpPr>
        <p:spPr>
          <a:xfrm xmlns:a="http://schemas.openxmlformats.org/drawingml/2006/main">
            <a:off x="7770418" y="3839826"/>
            <a:ext cx="2003533" cy="6179"/>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70" name="文本框 69">
            <a:extLst xmlns:a="http://schemas.openxmlformats.org/drawingml/2006/main">
              <a:ext uri="{FF2B5EF4-FFF2-40B4-BE49-F238E27FC236}">
                <a16:creationId xmlns:a16="http://schemas.microsoft.com/office/drawing/2014/main" id="{5B57245C-A751-4647-B7BA-B144CD745CB5}"/>
              </a:ext>
            </a:extLst>
          </p:cNvPr>
          <p:cNvSpPr>
            <a:spLocks xmlns:a="http://schemas.openxmlformats.org/drawingml/2006/main" noGrp="1"/>
          </p:cNvSpPr>
          <p:nvPr/>
        </p:nvSpPr>
        <p:spPr>
          <a:xfrm xmlns:a="http://schemas.openxmlformats.org/drawingml/2006/main">
            <a:off x="8078009" y="3483196"/>
            <a:ext cx="2256900"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微软雅黑"/>
                <a:ea typeface="微软雅黑"/>
                <a:cs typeface="微软雅黑"/>
              </a:rPr>
              <a:t>UV catalytic Layer</a:t>
            </a:r>
            <a:endParaRPr b="1">
              <a:solidFill>
                <a:schemeClr val="bg1"/>
              </a:solidFill>
              <a:latin typeface="微软雅黑"/>
              <a:ea typeface="微软雅黑"/>
              <a:cs typeface="微软雅黑"/>
            </a:endParaRPr>
          </a:p>
        </p:txBody>
      </p:sp>
      <p:sp>
        <p:nvSpPr>
          <p:cNvPr id="72" name="直线连接符 71">
            <a:extLst xmlns:a="http://schemas.openxmlformats.org/drawingml/2006/main">
              <a:ext uri="{FF2B5EF4-FFF2-40B4-BE49-F238E27FC236}">
                <a16:creationId xmlns:a16="http://schemas.microsoft.com/office/drawing/2014/main" id="{A82C7C3E-C18B-4DB4-94E1-782B6C9A6C1E}"/>
              </a:ext>
            </a:extLst>
          </p:cNvPr>
          <p:cNvSpPr>
            <a:spLocks xmlns:a="http://schemas.openxmlformats.org/drawingml/2006/main" noGrp="1"/>
          </p:cNvSpPr>
          <p:nvPr/>
        </p:nvSpPr>
        <p:spPr>
          <a:xfrm xmlns:a="http://schemas.openxmlformats.org/drawingml/2006/main" flipV="1">
            <a:off x="6702558" y="4468884"/>
            <a:ext cx="1068418" cy="204953"/>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73" name="直线连接符 72">
            <a:extLst xmlns:a="http://schemas.openxmlformats.org/drawingml/2006/main">
              <a:ext uri="{FF2B5EF4-FFF2-40B4-BE49-F238E27FC236}">
                <a16:creationId xmlns:a16="http://schemas.microsoft.com/office/drawing/2014/main" id="{0D833CD9-78F7-4699-87DB-A419F8203BD6}"/>
              </a:ext>
            </a:extLst>
          </p:cNvPr>
          <p:cNvSpPr>
            <a:spLocks xmlns:a="http://schemas.openxmlformats.org/drawingml/2006/main" noGrp="1"/>
          </p:cNvSpPr>
          <p:nvPr/>
        </p:nvSpPr>
        <p:spPr>
          <a:xfrm xmlns:a="http://schemas.openxmlformats.org/drawingml/2006/main">
            <a:off x="7770418" y="4463457"/>
            <a:ext cx="2003533" cy="0"/>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78" name="文本框 77">
            <a:extLst xmlns:a="http://schemas.openxmlformats.org/drawingml/2006/main">
              <a:ext uri="{FF2B5EF4-FFF2-40B4-BE49-F238E27FC236}">
                <a16:creationId xmlns:a16="http://schemas.microsoft.com/office/drawing/2014/main" id="{189135C5-4176-0246-8415-60C9C86EC35F}"/>
              </a:ext>
            </a:extLst>
          </p:cNvPr>
          <p:cNvSpPr>
            <a:spLocks xmlns:a="http://schemas.openxmlformats.org/drawingml/2006/main" noGrp="1"/>
          </p:cNvSpPr>
          <p:nvPr/>
        </p:nvSpPr>
        <p:spPr>
          <a:xfrm xmlns:a="http://schemas.openxmlformats.org/drawingml/2006/main">
            <a:off x="8074685" y="4094125"/>
            <a:ext cx="298421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微软雅黑"/>
                <a:ea typeface="微软雅黑"/>
                <a:cs typeface="微软雅黑"/>
              </a:rPr>
              <a:t>TEC Condensation Layer</a:t>
            </a:r>
            <a:endParaRPr b="1">
              <a:solidFill>
                <a:schemeClr val="bg1"/>
              </a:solidFill>
              <a:latin typeface="微软雅黑"/>
              <a:ea typeface="微软雅黑"/>
              <a:cs typeface="微软雅黑"/>
            </a:endParaRPr>
          </a:p>
        </p:txBody>
      </p:sp>
      <p:sp>
        <p:nvSpPr>
          <p:cNvPr id="83" name="直线连接符 82">
            <a:extLst xmlns:a="http://schemas.openxmlformats.org/drawingml/2006/main">
              <a:ext uri="{FF2B5EF4-FFF2-40B4-BE49-F238E27FC236}">
                <a16:creationId xmlns:a16="http://schemas.microsoft.com/office/drawing/2014/main" id="{8A70DD99-77E5-4C13-9BEB-EAD8DF612651}"/>
              </a:ext>
            </a:extLst>
          </p:cNvPr>
          <p:cNvSpPr>
            <a:spLocks xmlns:a="http://schemas.openxmlformats.org/drawingml/2006/main" noGrp="1"/>
          </p:cNvSpPr>
          <p:nvPr/>
        </p:nvSpPr>
        <p:spPr>
          <a:xfrm xmlns:a="http://schemas.openxmlformats.org/drawingml/2006/main" flipV="1">
            <a:off x="6576943" y="5526365"/>
            <a:ext cx="1193475" cy="205199"/>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84" name="直线连接符 83">
            <a:extLst xmlns:a="http://schemas.openxmlformats.org/drawingml/2006/main">
              <a:ext uri="{FF2B5EF4-FFF2-40B4-BE49-F238E27FC236}">
                <a16:creationId xmlns:a16="http://schemas.microsoft.com/office/drawing/2014/main" id="{45D89C43-E1BE-42AA-8239-D092B90288BE}"/>
              </a:ext>
            </a:extLst>
          </p:cNvPr>
          <p:cNvSpPr>
            <a:spLocks xmlns:a="http://schemas.openxmlformats.org/drawingml/2006/main" noGrp="1"/>
          </p:cNvSpPr>
          <p:nvPr/>
        </p:nvSpPr>
        <p:spPr>
          <a:xfrm xmlns:a="http://schemas.openxmlformats.org/drawingml/2006/main">
            <a:off x="7770976" y="5526365"/>
            <a:ext cx="1886311" cy="0"/>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93" name="文本框 92">
            <a:extLst xmlns:a="http://schemas.openxmlformats.org/drawingml/2006/main">
              <a:ext uri="{FF2B5EF4-FFF2-40B4-BE49-F238E27FC236}">
                <a16:creationId xmlns:a16="http://schemas.microsoft.com/office/drawing/2014/main" id="{A3A39BE5-5557-7A42-8B14-8E8170DEF5F5}"/>
              </a:ext>
            </a:extLst>
          </p:cNvPr>
          <p:cNvSpPr>
            <a:spLocks xmlns:a="http://schemas.openxmlformats.org/drawingml/2006/main" noGrp="1"/>
          </p:cNvSpPr>
          <p:nvPr/>
        </p:nvSpPr>
        <p:spPr>
          <a:xfrm xmlns:a="http://schemas.openxmlformats.org/drawingml/2006/main">
            <a:off x="8153611" y="5176921"/>
            <a:ext cx="174714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微软雅黑"/>
                <a:ea typeface="微软雅黑"/>
                <a:cs typeface="微软雅黑"/>
              </a:rPr>
              <a:t>Control Layer</a:t>
            </a:r>
            <a:endParaRPr b="1">
              <a:solidFill>
                <a:schemeClr val="bg1"/>
              </a:solidFill>
              <a:latin typeface="微软雅黑"/>
              <a:ea typeface="微软雅黑"/>
              <a:cs typeface="微软雅黑"/>
            </a:endParaRPr>
          </a:p>
        </p:txBody>
      </p:sp>
      <p:sp>
        <p:nvSpPr>
          <p:cNvPr id="109" name="文本框 108">
            <a:extLst xmlns:a="http://schemas.openxmlformats.org/drawingml/2006/main">
              <a:ext uri="{FF2B5EF4-FFF2-40B4-BE49-F238E27FC236}">
                <a16:creationId xmlns:a16="http://schemas.microsoft.com/office/drawing/2014/main" id="{17BE3302-FDEE-574C-87A7-216BE48151BC}"/>
              </a:ext>
            </a:extLst>
          </p:cNvPr>
          <p:cNvSpPr>
            <a:spLocks xmlns:a="http://schemas.openxmlformats.org/drawingml/2006/main" noGrp="1"/>
          </p:cNvSpPr>
          <p:nvPr/>
        </p:nvSpPr>
        <p:spPr>
          <a:xfrm xmlns:a="http://schemas.openxmlformats.org/drawingml/2006/main">
            <a:off x="149915" y="166240"/>
            <a:ext cx="4761629" cy="10772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200" b="1">
                <a:solidFill>
                  <a:schemeClr val="accent3">
                    <a:lumMod val="60000"/>
                    <a:lumOff val="40000"/>
                  </a:schemeClr>
                </a:solidFill>
                <a:latin typeface="微软雅黑"/>
                <a:ea typeface="微软雅黑"/>
                <a:cs typeface="微软雅黑"/>
              </a:rPr>
              <a:t>System Architecture &amp; Design Features</a:t>
            </a:r>
            <a:endParaRPr sz="3200" b="1">
              <a:solidFill>
                <a:schemeClr val="accent3">
                  <a:lumMod val="60000"/>
                  <a:lumOff val="40000"/>
                </a:schemeClr>
              </a:solidFill>
              <a:latin typeface="微软雅黑"/>
              <a:ea typeface="微软雅黑"/>
              <a:cs typeface="微软雅黑"/>
            </a:endParaRPr>
          </a:p>
        </p:txBody>
      </p:sp>
      <p:pic>
        <p:nvPicPr>
          <p:cNvPr id="110" name="图片 109">
            <a:extLst xmlns:a="http://schemas.openxmlformats.org/drawingml/2006/main">
              <a:ext uri="{FF2B5EF4-FFF2-40B4-BE49-F238E27FC236}">
                <a16:creationId xmlns:a16="http://schemas.microsoft.com/office/drawing/2014/main" id="{322757E4-1012-4F83-94B6-603C4C7B468F}"/>
              </a:ext>
            </a:extLst>
          </p:cNvPr>
          <p:cNvPicPr>
            <a:picLocks xmlns:a="http://schemas.openxmlformats.org/drawingml/2006/main" noChangeAspect="1"/>
          </p:cNvPicPr>
          <p:nvPr/>
        </p:nvPicPr>
        <p:blipFill>
          <a:blip xmlns:r="http://schemas.openxmlformats.org/officeDocument/2006/relationships" xmlns:a="http://schemas.openxmlformats.org/drawingml/2006/main" r:embed="Rdd731100f19d4966">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rot="3151458">
            <a:off x="10257375" y="259234"/>
            <a:ext cx="1360583" cy="1592206"/>
          </a:xfrm>
          <a:prstGeom xmlns:a="http://schemas.openxmlformats.org/drawingml/2006/main" prst="rect">
            <a:avLst/>
          </a:prstGeom>
        </p:spPr>
      </p:pic>
      <p:sp>
        <p:nvSpPr>
          <p:cNvPr id="11" name="文本框 10">
            <a:extLst xmlns:a="http://schemas.openxmlformats.org/drawingml/2006/main">
              <a:ext uri="{FF2B5EF4-FFF2-40B4-BE49-F238E27FC236}">
                <a16:creationId xmlns:a16="http://schemas.microsoft.com/office/drawing/2014/main" id="{4607E09E-7FE0-C696-1A91-D18062159F56}"/>
              </a:ext>
            </a:extLst>
          </p:cNvPr>
          <p:cNvSpPr>
            <a:spLocks xmlns:a="http://schemas.openxmlformats.org/drawingml/2006/main" noGrp="1"/>
          </p:cNvSpPr>
          <p:nvPr/>
        </p:nvSpPr>
        <p:spPr>
          <a:xfrm xmlns:a="http://schemas.openxmlformats.org/drawingml/2006/main">
            <a:off x="208712" y="2318839"/>
            <a:ext cx="4962848" cy="210312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defPPr>
              <a:defRPr sz="1650" b="0">
                <a:solidFill>
                  <a:srgbClr val="FFFFFF"/>
                </a:solidFill>
              </a:defRPr>
            </a:defPPr>
          </a:lstStyle>
          <a:p xmlns:a="http://schemas.openxmlformats.org/drawingml/2006/main">
            <a:pPr>
              <a:buNone/>
              <a:defRPr sz="1650" b="0">
                <a:solidFill>
                  <a:srgbClr val="FFFFFF"/>
                </a:solidFill>
              </a:defRPr>
            </a:pPr>
            <a:r>
              <a:rPr sz="1650" b="0">
                <a:solidFill>
                  <a:srgbClr val="FFFFFF"/>
                </a:solidFill>
              </a:rPr>
              <a:t>Compact Layered Structure</a:t>
            </a:r>
            <a:endParaRPr sz="1200" b="1">
              <a:solidFill>
                <a:schemeClr val="bg1"/>
              </a:solidFill>
            </a:endParaRPr>
          </a:p>
          <a:p xmlns:a="http://schemas.openxmlformats.org/drawingml/2006/main">
            <a:pPr>
              <a:buNone/>
              <a:defRPr sz="1650" b="0">
                <a:solidFill>
                  <a:srgbClr val="FFFFFF"/>
                </a:solidFill>
              </a:defRPr>
            </a:pPr>
            <a:r>
              <a:rPr sz="1650" b="0">
                <a:solidFill>
                  <a:srgbClr val="FFFFFF"/>
                </a:solidFill>
              </a:rPr>
              <a:t>For small enclosed storage spaces.</a:t>
            </a:r>
          </a:p>
          <a:p xmlns:a="http://schemas.openxmlformats.org/drawingml/2006/main">
            <a:pPr>
              <a:buNone/>
              <a:defRPr sz="1650" b="0">
                <a:solidFill>
                  <a:srgbClr val="FFFFFF"/>
                </a:solidFill>
              </a:defRPr>
            </a:pPr>
            <a:r>
              <a:rPr sz="1650" b="0">
                <a:solidFill>
                  <a:srgbClr val="FFFFFF"/>
                </a:solidFill>
              </a:rPr>
              <a:t>Dual Dehumidification</a:t>
            </a:r>
          </a:p>
          <a:p xmlns:a="http://schemas.openxmlformats.org/drawingml/2006/main">
            <a:pPr>
              <a:buNone/>
              <a:defRPr sz="1650" b="0">
                <a:solidFill>
                  <a:srgbClr val="FFFFFF"/>
                </a:solidFill>
              </a:defRPr>
            </a:pPr>
            <a:r>
              <a:rPr sz="1650" b="0">
                <a:solidFill>
                  <a:srgbClr val="FFFFFF"/>
                </a:solidFill>
              </a:rPr>
              <a:t>Silica-gel adsorption and TEC condensation.</a:t>
            </a:r>
          </a:p>
          <a:p xmlns:a="http://schemas.openxmlformats.org/drawingml/2006/main">
            <a:pPr>
              <a:buNone/>
              <a:defRPr sz="1650" b="0">
                <a:solidFill>
                  <a:srgbClr val="FFFFFF"/>
                </a:solidFill>
              </a:defRPr>
            </a:pPr>
            <a:r>
              <a:rPr sz="1650" b="0">
                <a:solidFill>
                  <a:srgbClr val="FFFFFF"/>
                </a:solidFill>
              </a:rPr>
              <a:t>Auxiliary UV Layer</a:t>
            </a:r>
          </a:p>
          <a:p xmlns:a="http://schemas.openxmlformats.org/drawingml/2006/main">
            <a:pPr>
              <a:buNone/>
              <a:defRPr sz="1650" b="0">
                <a:solidFill>
                  <a:srgbClr val="FFFFFF"/>
                </a:solidFill>
              </a:defRPr>
            </a:pPr>
            <a:r>
              <a:rPr sz="1650" b="0">
                <a:solidFill>
                  <a:srgbClr val="FFFFFF"/>
                </a:solidFill>
              </a:rPr>
              <a:t>UV/TiO₂ design; efficacy not measured.</a:t>
            </a:r>
            <a:endParaRPr sz="1200" b="1">
              <a:solidFill>
                <a:schemeClr val="bg1"/>
              </a:solidFill>
              <a:latin typeface="微软雅黑"/>
              <a:ea typeface="微软雅黑"/>
              <a:cs typeface="微软雅黑"/>
            </a:endParaRPr>
          </a:p>
          <a:p xmlns:a="http://schemas.openxmlformats.org/drawingml/2006/main">
            <a:pPr>
              <a:buNone/>
              <a:defRPr sz="1650" b="0">
                <a:solidFill>
                  <a:srgbClr val="FFFFFF"/>
                </a:solidFill>
              </a:defRPr>
            </a:pPr>
            <a:r>
              <a:rPr sz="1650" b="0">
                <a:solidFill>
                  <a:srgbClr val="FFFFFF"/>
                </a:solidFill>
              </a:rPr>
              <a:t>Water and Thermal Checks</a:t>
            </a:r>
            <a:endParaRPr sz="1200" b="1">
              <a:solidFill>
                <a:schemeClr val="bg1"/>
              </a:solidFill>
              <a:latin typeface="微软雅黑"/>
              <a:ea typeface="微软雅黑"/>
              <a:cs typeface="微软雅黑"/>
            </a:endParaRPr>
          </a:p>
          <a:p xmlns:a="http://schemas.openxmlformats.org/drawingml/2006/main">
            <a:pPr>
              <a:buNone/>
              <a:defRPr sz="1650" b="0">
                <a:solidFill>
                  <a:srgbClr val="FFFFFF"/>
                </a:solidFill>
              </a:defRPr>
            </a:pPr>
            <a:r>
              <a:rPr sz="1650" b="0">
                <a:solidFill>
                  <a:srgbClr val="FFFFFF"/>
                </a:solidFill>
              </a:rPr>
              <a:t>Water cutoff and temperature-limited PWM.</a:t>
            </a:r>
            <a:endParaRPr sz="1200" b="1">
              <a:solidFill>
                <a:schemeClr val="bg1"/>
              </a:solidFill>
              <a:latin typeface="微软雅黑"/>
              <a:ea typeface="微软雅黑"/>
              <a:cs typeface="微软雅黑"/>
            </a:endParaRPr>
          </a:p>
        </p:txBody>
      </p:sp>
      <p:pic>
        <p:nvPicPr>
          <p:cNvPr id="12" name="图片 11">
            <a:extLst xmlns:a="http://schemas.openxmlformats.org/drawingml/2006/main">
              <a:ext uri="{FF2B5EF4-FFF2-40B4-BE49-F238E27FC236}">
                <a16:creationId xmlns:a16="http://schemas.microsoft.com/office/drawing/2014/main" id="{E5E7D239-843E-4754-861D-CC0CE2FAD315}"/>
              </a:ext>
            </a:extLst>
          </p:cNvPr>
          <p:cNvPicPr>
            <a:picLocks xmlns:a="http://schemas.openxmlformats.org/drawingml/2006/main" noChangeAspect="1"/>
          </p:cNvPicPr>
          <p:nvPr/>
        </p:nvPicPr>
        <p:blipFill>
          <a:blip xmlns:r="http://schemas.openxmlformats.org/officeDocument/2006/relationships" xmlns:a="http://schemas.openxmlformats.org/drawingml/2006/main" r:embed="Ra7e606333b964080"/>
          <a:srcRect xmlns:a="http://schemas.openxmlformats.org/drawingml/2006/main" l="0" t="0" r="0" b="0"/>
          <a:stretch xmlns:a="http://schemas.openxmlformats.org/drawingml/2006/main">
            <a:fillRect l="0" t="0" r="0" b="0"/>
          </a:stretch>
        </p:blipFill>
        <p:spPr>
          <a:xfrm xmlns:a="http://schemas.openxmlformats.org/drawingml/2006/main">
            <a:off x="3943350" y="763953"/>
            <a:ext cx="4134659" cy="5807817"/>
          </a:xfrm>
          <a:prstGeom xmlns:a="http://schemas.openxmlformats.org/drawingml/2006/main" prst="rect">
            <a:avLst/>
          </a:prstGeom>
        </p:spPr>
      </p:pic>
      <p:sp>
        <p:nvSpPr>
          <p:cNvPr id="2" name="直线连接符 82">
            <a:extLst xmlns:a="http://schemas.openxmlformats.org/drawingml/2006/main">
              <a:ext uri="{FF2B5EF4-FFF2-40B4-BE49-F238E27FC236}">
                <a16:creationId xmlns:a16="http://schemas.microsoft.com/office/drawing/2014/main" id="{735BBA15-C30E-4B03-8A0B-0D929D8764B8}"/>
              </a:ext>
            </a:extLst>
          </p:cNvPr>
          <p:cNvSpPr>
            <a:spLocks xmlns:a="http://schemas.openxmlformats.org/drawingml/2006/main" noGrp="1"/>
          </p:cNvSpPr>
          <p:nvPr/>
        </p:nvSpPr>
        <p:spPr>
          <a:xfrm xmlns:a="http://schemas.openxmlformats.org/drawingml/2006/main">
            <a:off x="7900968" y="5854786"/>
            <a:ext cx="732856" cy="289180"/>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cxnSp>
        <p:nvCxnSpPr>
          <p:cNvPr id="5" name="直线连接符 83">
            <a:extLst xmlns:a="http://schemas.openxmlformats.org/drawingml/2006/main">
              <a:ext uri="{FF2B5EF4-FFF2-40B4-BE49-F238E27FC236}">
                <a16:creationId xmlns:a16="http://schemas.microsoft.com/office/drawing/2014/main" id="{A713634F-2AED-43CB-8C5B-2539C1B010A5}"/>
              </a:ext>
            </a:extLst>
          </p:cNvPr>
          <p:cNvCxnSpPr>
            <a:endCxn xmlns:a="http://schemas.openxmlformats.org/drawingml/2006/main" id="7" idx="0"/>
          </p:cNvCxnSpPr>
          <p:nvPr/>
        </p:nvCxnSpPr>
        <p:spPr>
          <a:xfrm xmlns:a="http://schemas.openxmlformats.org/drawingml/2006/main">
            <a:off x="8633824" y="6143966"/>
            <a:ext cx="1341280" cy="115750"/>
          </a:xfrm>
          <a:prstGeom xmlns:a="http://schemas.openxmlformats.org/drawingml/2006/main" prst="line">
            <a:avLst/>
          </a:prstGeom>
          <a:ln xmlns:a="http://schemas.openxmlformats.org/drawingml/2006/main" w="12700" cap="flat">
            <a:solidFill>
              <a:srgbClr val="5FFFFD"/>
            </a:solidFill>
            <a:prstDash val="dash"/>
            <a:round/>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cxnSp>
      <p:sp>
        <p:nvSpPr>
          <p:cNvPr id="7" name="文本框 6">
            <a:extLst xmlns:a="http://schemas.openxmlformats.org/drawingml/2006/main">
              <a:ext uri="{FF2B5EF4-FFF2-40B4-BE49-F238E27FC236}">
                <a16:creationId xmlns:a16="http://schemas.microsoft.com/office/drawing/2014/main" id="{5A25D9CE-A530-8FF8-3CD0-CAE6CD5736D2}"/>
              </a:ext>
            </a:extLst>
          </p:cNvPr>
          <p:cNvSpPr>
            <a:spLocks xmlns:a="http://schemas.openxmlformats.org/drawingml/2006/main" noGrp="1"/>
          </p:cNvSpPr>
          <p:nvPr/>
        </p:nvSpPr>
        <p:spPr>
          <a:xfrm xmlns:a="http://schemas.openxmlformats.org/drawingml/2006/main">
            <a:off x="8153611" y="6259716"/>
            <a:ext cx="3642985" cy="369332"/>
          </a:xfrm>
          <a:prstGeom xmlns:a="http://schemas.openxmlformats.org/drawingml/2006/main" prst="rect">
            <a:avLst/>
          </a:prstGeom>
          <a:noFill xmlns:a="http://schemas.openxmlformats.org/drawingml/2006/main"/>
        </p:spPr>
        <p:txBody>
          <a:bodyPr xmlns:a="http://schemas.openxmlformats.org/drawingml/2006/main" wrap="none">
            <a:spAutoFit/>
          </a:bodyPr>
          <a:lstStyle xmlns:a="http://schemas.openxmlformats.org/drawingml/2006/main"/>
          <a:p xmlns:a="http://schemas.openxmlformats.org/drawingml/2006/main">
            <a:r>
              <a:rPr b="1">
                <a:solidFill>
                  <a:schemeClr val="bg1"/>
                </a:solidFill>
                <a:latin typeface="微软雅黑"/>
                <a:ea typeface="微软雅黑"/>
                <a:cs typeface="微软雅黑"/>
              </a:rPr>
              <a:t>TFT Screen With knob control</a:t>
            </a:r>
            <a:endParaRPr b="1">
              <a:solidFill>
                <a:schemeClr val="bg1"/>
              </a:solidFill>
              <a:latin typeface="微软雅黑"/>
              <a:ea typeface="微软雅黑"/>
              <a:cs typeface="微软雅黑"/>
            </a:endParaRPr>
          </a:p>
        </p:txBody>
      </p:sp>
      <p:sp>
        <p:nvSpPr>
          <p:cNvPr id="15" name="直线连接符 82">
            <a:extLst xmlns:a="http://schemas.openxmlformats.org/drawingml/2006/main">
              <a:ext uri="{FF2B5EF4-FFF2-40B4-BE49-F238E27FC236}">
                <a16:creationId xmlns:a16="http://schemas.microsoft.com/office/drawing/2014/main" id="{61F2D80B-A795-4401-98EB-18E400899175}"/>
              </a:ext>
            </a:extLst>
          </p:cNvPr>
          <p:cNvSpPr>
            <a:spLocks xmlns:a="http://schemas.openxmlformats.org/drawingml/2006/main" noGrp="1"/>
          </p:cNvSpPr>
          <p:nvPr/>
        </p:nvSpPr>
        <p:spPr>
          <a:xfrm xmlns:a="http://schemas.openxmlformats.org/drawingml/2006/main" flipV="1">
            <a:off x="6302469" y="795780"/>
            <a:ext cx="1964927" cy="154847"/>
          </a:xfrm>
          <a:prstGeom xmlns:a="http://schemas.openxmlformats.org/drawingml/2006/main" prst="line">
            <a:avLst/>
          </a:prstGeom>
          <a:ln xmlns:a="http://schemas.openxmlformats.org/drawingml/2006/main">
            <a:solidFill>
              <a:schemeClr val="bg1"/>
            </a:solidFill>
          </a:ln>
        </p:spPr>
        <p:style>
          <a:lnRef xmlns:a="http://schemas.openxmlformats.org/drawingml/2006/main" idx="3">
            <a:schemeClr val="accent1"/>
          </a:lnRef>
          <a:fillRef xmlns:a="http://schemas.openxmlformats.org/drawingml/2006/main" idx="0">
            <a:schemeClr val="accent1"/>
          </a:fillRef>
          <a:effectRef xmlns:a="http://schemas.openxmlformats.org/drawingml/2006/main" idx="2">
            <a:schemeClr val="accent1"/>
          </a:effectRef>
          <a:fontRef xmlns:a="http://schemas.openxmlformats.org/drawingml/2006/main" idx="minor">
            <a:schemeClr val="tx1"/>
          </a:fontRef>
        </p:style>
      </p:sp>
      <p:sp>
        <p:nvSpPr>
          <p:cNvPr id="17" name="直线连接符 83">
            <a:extLst xmlns:a="http://schemas.openxmlformats.org/drawingml/2006/main">
              <a:ext uri="{FF2B5EF4-FFF2-40B4-BE49-F238E27FC236}">
                <a16:creationId xmlns:a16="http://schemas.microsoft.com/office/drawing/2014/main" id="{776A6CCD-BD0A-45E4-B64C-875BD439D92F}"/>
              </a:ext>
            </a:extLst>
          </p:cNvPr>
          <p:cNvSpPr>
            <a:spLocks xmlns:a="http://schemas.openxmlformats.org/drawingml/2006/main" noGrp="1"/>
          </p:cNvSpPr>
          <p:nvPr/>
        </p:nvSpPr>
        <p:spPr>
          <a:xfrm xmlns:a="http://schemas.openxmlformats.org/drawingml/2006/main" flipV="1">
            <a:off x="8219652" y="509501"/>
            <a:ext cx="1249282" cy="275023"/>
          </a:xfrm>
          <a:prstGeom xmlns:a="http://schemas.openxmlformats.org/drawingml/2006/main" prst="line">
            <a:avLst/>
          </a:prstGeom>
          <a:ln xmlns:a="http://schemas.openxmlformats.org/drawingml/2006/main" w="12700">
            <a:solidFill>
              <a:srgbClr val="5FFFFD"/>
            </a:solidFill>
            <a:prstDash val="dash"/>
            <a:headEnd type="none" w="med" len="med"/>
            <a:tailEnd type="none" w="med" len="med"/>
          </a:ln>
        </p:spPr>
        <p:style>
          <a:lnRef xmlns:a="http://schemas.openxmlformats.org/drawingml/2006/main" idx="0"/>
          <a:fillRef xmlns:a="http://schemas.openxmlformats.org/drawingml/2006/main" idx="0"/>
          <a:effectRef xmlns:a="http://schemas.openxmlformats.org/drawingml/2006/main" idx="0"/>
          <a:fontRef xmlns:a="http://schemas.openxmlformats.org/drawingml/2006/main" idx="minor">
            <a:schemeClr val="tx1"/>
          </a:fontRef>
        </p:style>
      </p:sp>
      <p:sp>
        <p:nvSpPr>
          <p:cNvPr id="20" name="文本框 19">
            <a:extLst xmlns:a="http://schemas.openxmlformats.org/drawingml/2006/main">
              <a:ext uri="{FF2B5EF4-FFF2-40B4-BE49-F238E27FC236}">
                <a16:creationId xmlns:a16="http://schemas.microsoft.com/office/drawing/2014/main" id="{1A558954-D744-0BD3-CA92-2BDB7C7865B9}"/>
              </a:ext>
            </a:extLst>
          </p:cNvPr>
          <p:cNvSpPr>
            <a:spLocks xmlns:a="http://schemas.openxmlformats.org/drawingml/2006/main" noGrp="1"/>
          </p:cNvSpPr>
          <p:nvPr/>
        </p:nvSpPr>
        <p:spPr>
          <a:xfrm xmlns:a="http://schemas.openxmlformats.org/drawingml/2006/main">
            <a:off x="8597924" y="152433"/>
            <a:ext cx="1742020" cy="36933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solidFill>
                <a:latin typeface="微软雅黑"/>
                <a:ea typeface="微软雅黑"/>
                <a:cs typeface="微软雅黑"/>
              </a:rPr>
              <a:t>Feeding area</a:t>
            </a:r>
          </a:p>
        </p:txBody>
      </p:sp>
    </p:spTree>
    <p:extLst>
      <p:ext uri="{BB962C8B-B14F-4D97-AF65-F5344CB8AC3E}">
        <p14:creationId xmlns:p14="http://schemas.microsoft.com/office/powerpoint/2010/main" val="4095426693"/>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pic>
        <p:nvPicPr>
          <p:cNvPr id="64" name="图片 63">
            <a:extLst xmlns:a="http://schemas.openxmlformats.org/drawingml/2006/main">
              <a:ext uri="{FF2B5EF4-FFF2-40B4-BE49-F238E27FC236}">
                <a16:creationId xmlns:a16="http://schemas.microsoft.com/office/drawing/2014/main" id="{46FE3B30-DCC0-46A1-9B74-9D690D50B598}"/>
              </a:ext>
            </a:extLst>
          </p:cNvPr>
          <p:cNvPicPr>
            <a:picLocks xmlns:a="http://schemas.openxmlformats.org/drawingml/2006/main" noChangeAspect="1"/>
          </p:cNvPicPr>
          <p:nvPr/>
        </p:nvPicPr>
        <p:blipFill>
          <a:blip xmlns:r="http://schemas.openxmlformats.org/officeDocument/2006/relationships" xmlns:a="http://schemas.openxmlformats.org/drawingml/2006/main" r:embed="Rbd9edff8e07e44ab">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rot="3151458">
            <a:off x="2869846" y="-45089"/>
            <a:ext cx="1360583" cy="1592206"/>
          </a:xfrm>
          <a:prstGeom xmlns:a="http://schemas.openxmlformats.org/drawingml/2006/main" prst="rect">
            <a:avLst/>
          </a:prstGeom>
        </p:spPr>
      </p:pic>
      <p:sp>
        <p:nvSpPr>
          <p:cNvPr id="10" name="矩形: 圆角 9">
            <a:extLst xmlns:a="http://schemas.openxmlformats.org/drawingml/2006/main">
              <a:ext uri="{FF2B5EF4-FFF2-40B4-BE49-F238E27FC236}">
                <a16:creationId xmlns:a16="http://schemas.microsoft.com/office/drawing/2014/main" id="{DBA64A90-9B69-ABBF-3ABE-2E64EC91774A}"/>
              </a:ext>
            </a:extLst>
          </p:cNvPr>
          <p:cNvSpPr>
            <a:spLocks xmlns:a="http://schemas.openxmlformats.org/drawingml/2006/main" noGrp="1"/>
          </p:cNvSpPr>
          <p:nvPr/>
        </p:nvSpPr>
        <p:spPr>
          <a:xfrm xmlns:a="http://schemas.openxmlformats.org/drawingml/2006/main">
            <a:off x="1005252" y="2332646"/>
            <a:ext cx="5090748" cy="550058"/>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sz="2400" b="1">
                <a:latin typeface="微软雅黑"/>
                <a:ea typeface="微软雅黑"/>
                <a:cs typeface="微软雅黑"/>
              </a:rPr>
              <a:t>Voice Recognition</a:t>
            </a:r>
            <a:endParaRPr sz="2400" b="1">
              <a:solidFill>
                <a:schemeClr val="bg1"/>
              </a:solidFill>
              <a:latin typeface="微软雅黑"/>
              <a:ea typeface="微软雅黑"/>
              <a:cs typeface="微软雅黑"/>
            </a:endParaRPr>
          </a:p>
        </p:txBody>
      </p:sp>
      <p:sp>
        <p:nvSpPr>
          <p:cNvPr id="11" name="矩形: 圆角 10">
            <a:extLst xmlns:a="http://schemas.openxmlformats.org/drawingml/2006/main">
              <a:ext uri="{FF2B5EF4-FFF2-40B4-BE49-F238E27FC236}">
                <a16:creationId xmlns:a16="http://schemas.microsoft.com/office/drawing/2014/main" id="{98363A8F-500B-73EC-AF78-B25C77A44215}"/>
              </a:ext>
            </a:extLst>
          </p:cNvPr>
          <p:cNvSpPr>
            <a:spLocks xmlns:a="http://schemas.openxmlformats.org/drawingml/2006/main" noGrp="1"/>
          </p:cNvSpPr>
          <p:nvPr/>
        </p:nvSpPr>
        <p:spPr>
          <a:xfrm xmlns:a="http://schemas.openxmlformats.org/drawingml/2006/main">
            <a:off x="1012654" y="2813317"/>
            <a:ext cx="5509760" cy="577911"/>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a:latin typeface="微软雅黑"/>
                <a:ea typeface="微软雅黑"/>
                <a:cs typeface="微软雅黑"/>
              </a:rPr>
              <a:t>Voice command interface.</a:t>
            </a:r>
            <a:endParaRPr>
              <a:solidFill>
                <a:schemeClr val="bg1">
                  <a:lumMod val="85000"/>
                </a:schemeClr>
              </a:solidFill>
              <a:latin typeface="微软雅黑"/>
              <a:ea typeface="微软雅黑"/>
              <a:cs typeface="微软雅黑"/>
            </a:endParaRPr>
          </a:p>
          <a:p xmlns:a="http://schemas.openxmlformats.org/drawingml/2006/main">
            <a:r>
              <a:rPr>
                <a:latin typeface="微软雅黑"/>
                <a:ea typeface="微软雅黑"/>
                <a:cs typeface="微软雅黑"/>
              </a:rPr>
              <a:t>Module configuration needs verification.</a:t>
            </a:r>
            <a:endParaRPr>
              <a:solidFill>
                <a:schemeClr val="bg1">
                  <a:lumMod val="85000"/>
                </a:schemeClr>
              </a:solidFill>
              <a:latin typeface="微软雅黑"/>
              <a:ea typeface="微软雅黑"/>
              <a:cs typeface="微软雅黑"/>
            </a:endParaRPr>
          </a:p>
        </p:txBody>
      </p:sp>
      <p:sp>
        <p:nvSpPr>
          <p:cNvPr id="43" name="矩形: 圆角 9">
            <a:extLst xmlns:a="http://schemas.openxmlformats.org/drawingml/2006/main">
              <a:ext uri="{FF2B5EF4-FFF2-40B4-BE49-F238E27FC236}">
                <a16:creationId xmlns:a16="http://schemas.microsoft.com/office/drawing/2014/main" id="{AF9E0088-1C56-6C49-904E-54C8890DA88D}"/>
              </a:ext>
            </a:extLst>
          </p:cNvPr>
          <p:cNvSpPr>
            <a:spLocks xmlns:a="http://schemas.openxmlformats.org/drawingml/2006/main" noGrp="1"/>
          </p:cNvSpPr>
          <p:nvPr/>
        </p:nvSpPr>
        <p:spPr>
          <a:xfrm xmlns:a="http://schemas.openxmlformats.org/drawingml/2006/main">
            <a:off x="1005252" y="3871899"/>
            <a:ext cx="3255933" cy="550058"/>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sz="2400" b="1">
                <a:latin typeface="微软雅黑"/>
                <a:ea typeface="微软雅黑"/>
                <a:cs typeface="微软雅黑"/>
              </a:rPr>
              <a:t>Web-Based Control</a:t>
            </a:r>
            <a:endParaRPr sz="2400" b="1">
              <a:solidFill>
                <a:schemeClr val="bg1"/>
              </a:solidFill>
              <a:latin typeface="微软雅黑"/>
              <a:ea typeface="微软雅黑"/>
              <a:cs typeface="微软雅黑"/>
            </a:endParaRPr>
          </a:p>
        </p:txBody>
      </p:sp>
      <p:sp>
        <p:nvSpPr>
          <p:cNvPr id="50" name="矩形: 圆角 10">
            <a:extLst xmlns:a="http://schemas.openxmlformats.org/drawingml/2006/main">
              <a:ext uri="{FF2B5EF4-FFF2-40B4-BE49-F238E27FC236}">
                <a16:creationId xmlns:a16="http://schemas.microsoft.com/office/drawing/2014/main" id="{E5F819DC-71EB-E541-92A2-38BBFD181AC1}"/>
              </a:ext>
            </a:extLst>
          </p:cNvPr>
          <p:cNvSpPr>
            <a:spLocks xmlns:a="http://schemas.openxmlformats.org/drawingml/2006/main" noGrp="1"/>
          </p:cNvSpPr>
          <p:nvPr/>
        </p:nvSpPr>
        <p:spPr>
          <a:xfrm xmlns:a="http://schemas.openxmlformats.org/drawingml/2006/main">
            <a:off x="1005252" y="4361325"/>
            <a:ext cx="5509760" cy="577911"/>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endParaRPr>
              <a:solidFill>
                <a:schemeClr val="bg1">
                  <a:lumMod val="85000"/>
                </a:schemeClr>
              </a:solidFill>
              <a:latin typeface="SimHei"/>
              <a:ea typeface="SimHei"/>
              <a:cs typeface="SimHei"/>
            </a:endParaRPr>
          </a:p>
        </p:txBody>
      </p:sp>
      <p:sp>
        <p:nvSpPr>
          <p:cNvPr id="51" name="文本框 50">
            <a:extLst xmlns:a="http://schemas.openxmlformats.org/drawingml/2006/main">
              <a:ext uri="{FF2B5EF4-FFF2-40B4-BE49-F238E27FC236}">
                <a16:creationId xmlns:a16="http://schemas.microsoft.com/office/drawing/2014/main" id="{DA41FB80-0D81-6A49-844F-360775C70018}"/>
              </a:ext>
            </a:extLst>
          </p:cNvPr>
          <p:cNvSpPr>
            <a:spLocks xmlns:a="http://schemas.openxmlformats.org/drawingml/2006/main" noGrp="1"/>
          </p:cNvSpPr>
          <p:nvPr/>
        </p:nvSpPr>
        <p:spPr>
          <a:xfrm xmlns:a="http://schemas.openxmlformats.org/drawingml/2006/main">
            <a:off x="149915" y="166240"/>
            <a:ext cx="4702822" cy="1077218"/>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200" b="1">
                <a:solidFill>
                  <a:schemeClr val="accent3">
                    <a:lumMod val="60000"/>
                    <a:lumOff val="40000"/>
                  </a:schemeClr>
                </a:solidFill>
                <a:latin typeface="微软雅黑"/>
                <a:ea typeface="微软雅黑"/>
                <a:cs typeface="微软雅黑"/>
              </a:rPr>
              <a:t>System Architecture &amp; Design Features</a:t>
            </a:r>
            <a:endParaRPr sz="3200" b="1">
              <a:solidFill>
                <a:schemeClr val="accent3">
                  <a:lumMod val="60000"/>
                  <a:lumOff val="40000"/>
                </a:schemeClr>
              </a:solidFill>
              <a:latin typeface="微软雅黑"/>
              <a:ea typeface="微软雅黑"/>
              <a:cs typeface="微软雅黑"/>
            </a:endParaRPr>
          </a:p>
        </p:txBody>
      </p:sp>
      <p:sp>
        <p:nvSpPr>
          <p:cNvPr id="62" name="椭圆 61">
            <a:extLst xmlns:a="http://schemas.openxmlformats.org/drawingml/2006/main">
              <a:ext uri="{FF2B5EF4-FFF2-40B4-BE49-F238E27FC236}">
                <a16:creationId xmlns:a16="http://schemas.microsoft.com/office/drawing/2014/main" id="{DC5E3EF0-3840-344B-A9AA-C45C509D0D33}"/>
              </a:ext>
            </a:extLst>
          </p:cNvPr>
          <p:cNvSpPr>
            <a:spLocks xmlns:a="http://schemas.openxmlformats.org/drawingml/2006/main" noGrp="1"/>
          </p:cNvSpPr>
          <p:nvPr/>
        </p:nvSpPr>
        <p:spPr>
          <a:xfrm xmlns:a="http://schemas.openxmlformats.org/drawingml/2006/main" rot="0" flipH="0" flipV="0">
            <a:off x="277687" y="4071343"/>
            <a:ext cx="641310" cy="632944"/>
          </a:xfrm>
          <a:prstGeom xmlns:a="http://schemas.openxmlformats.org/drawingml/2006/main" prst="ellipse">
            <a:avLst/>
          </a:prstGeom>
          <a:solidFill xmlns:a="http://schemas.openxmlformats.org/drawingml/2006/main">
            <a:schemeClr val="bg1"/>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7" name="图形 56">
            <a:extLst xmlns:a="http://schemas.openxmlformats.org/drawingml/2006/main">
              <a:ext uri="{FF2B5EF4-FFF2-40B4-BE49-F238E27FC236}">
                <a16:creationId xmlns:a16="http://schemas.microsoft.com/office/drawing/2014/main" id="{72F7153D-AC51-46B6-B444-FB0F2B4B94A8}"/>
              </a:ext>
            </a:extLst>
          </p:cNvPr>
          <p:cNvPicPr>
            <a:picLocks xmlns:a="http://schemas.openxmlformats.org/drawingml/2006/main" noChangeAspect="1"/>
          </p:cNvPicPr>
          <p:nvPr/>
        </p:nvPicPr>
        <p:blipFill>
          <a:blip xmlns:r="http://schemas.openxmlformats.org/officeDocument/2006/relationships" xmlns:a="http://schemas.openxmlformats.org/drawingml/2006/main" r:embed="Rbd9edff8e07e44ab">
            <a:extLst>
              <a:ext uri="{96DAC541-7B7A-43D3-8B79-37D633B846F1}">
                <asvg:svgBlip xmlns:asvg="http://schemas.microsoft.com/office/drawing/2016/SVG/main" r:embed="R42527a82f9b3490f"/>
              </a:ext>
            </a:extLst>
          </a:blip>
          <a:stretch xmlns:a="http://schemas.openxmlformats.org/drawingml/2006/main">
            <a:fillRect l="0" t="0" r="0" b="0"/>
          </a:stretch>
        </p:blipFill>
        <p:spPr>
          <a:xfrm xmlns:a="http://schemas.openxmlformats.org/drawingml/2006/main" rot="0" flipH="0" flipV="0">
            <a:off x="284265" y="4056287"/>
            <a:ext cx="641310" cy="632944"/>
          </a:xfrm>
          <a:prstGeom xmlns:a="http://schemas.openxmlformats.org/drawingml/2006/main" prst="rect">
            <a:avLst/>
          </a:prstGeom>
        </p:spPr>
      </p:pic>
      <p:sp>
        <p:nvSpPr>
          <p:cNvPr id="60" name="椭圆 59">
            <a:extLst xmlns:a="http://schemas.openxmlformats.org/drawingml/2006/main">
              <a:ext uri="{FF2B5EF4-FFF2-40B4-BE49-F238E27FC236}">
                <a16:creationId xmlns:a16="http://schemas.microsoft.com/office/drawing/2014/main" id="{5B0A3FFF-7EFF-0C41-9B1E-701FCCCD6565}"/>
              </a:ext>
            </a:extLst>
          </p:cNvPr>
          <p:cNvSpPr>
            <a:spLocks xmlns:a="http://schemas.openxmlformats.org/drawingml/2006/main" noGrp="1"/>
          </p:cNvSpPr>
          <p:nvPr/>
        </p:nvSpPr>
        <p:spPr>
          <a:xfrm xmlns:a="http://schemas.openxmlformats.org/drawingml/2006/main" rot="0" flipH="0" flipV="0">
            <a:off x="277574" y="2607676"/>
            <a:ext cx="641776" cy="647999"/>
          </a:xfrm>
          <a:prstGeom xmlns:a="http://schemas.openxmlformats.org/drawingml/2006/main" prst="ellipse">
            <a:avLst/>
          </a:prstGeom>
          <a:solidFill xmlns:a="http://schemas.openxmlformats.org/drawingml/2006/main">
            <a:schemeClr val="bg1"/>
          </a:solidFill>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pic>
        <p:nvPicPr>
          <p:cNvPr id="59" name="图形 58">
            <a:extLst xmlns:a="http://schemas.openxmlformats.org/drawingml/2006/main">
              <a:ext uri="{FF2B5EF4-FFF2-40B4-BE49-F238E27FC236}">
                <a16:creationId xmlns:a16="http://schemas.microsoft.com/office/drawing/2014/main" id="{249C99C5-BC12-487F-BADF-ABBFEB95B202}"/>
              </a:ext>
            </a:extLst>
          </p:cNvPr>
          <p:cNvPicPr>
            <a:picLocks xmlns:a="http://schemas.openxmlformats.org/drawingml/2006/main" noChangeAspect="1"/>
          </p:cNvPicPr>
          <p:nvPr/>
        </p:nvPicPr>
        <p:blipFill>
          <a:blip xmlns:r="http://schemas.openxmlformats.org/officeDocument/2006/relationships" xmlns:a="http://schemas.openxmlformats.org/drawingml/2006/main" r:embed="Ra84d783708f34adb">
            <a:extLst>
              <a:ext uri="{96DAC541-7B7A-43D3-8B79-37D633B846F1}">
                <asvg:svgBlip xmlns:asvg="http://schemas.microsoft.com/office/drawing/2016/SVG/main" r:embed="Ra474c5a8f57d42c0"/>
              </a:ext>
            </a:extLst>
          </a:blip>
          <a:stretch xmlns:a="http://schemas.openxmlformats.org/drawingml/2006/main">
            <a:fillRect l="0" t="0" r="0" b="0"/>
          </a:stretch>
        </p:blipFill>
        <p:spPr>
          <a:xfrm xmlns:a="http://schemas.openxmlformats.org/drawingml/2006/main" rot="0" flipH="0" flipV="0">
            <a:off x="283798" y="2607675"/>
            <a:ext cx="641776" cy="647999"/>
          </a:xfrm>
          <a:prstGeom xmlns:a="http://schemas.openxmlformats.org/drawingml/2006/main" prst="rect">
            <a:avLst/>
          </a:prstGeom>
        </p:spPr>
      </p:pic>
      <p:sp>
        <p:nvSpPr>
          <p:cNvPr id="15" name="文本框 14">
            <a:extLst xmlns:a="http://schemas.openxmlformats.org/drawingml/2006/main">
              <a:ext uri="{FF2B5EF4-FFF2-40B4-BE49-F238E27FC236}">
                <a16:creationId xmlns:a16="http://schemas.microsoft.com/office/drawing/2014/main" id="{4C6910E3-04AB-1551-46D1-B462EAD277DE}"/>
              </a:ext>
            </a:extLst>
          </p:cNvPr>
          <p:cNvSpPr>
            <a:spLocks xmlns:a="http://schemas.openxmlformats.org/drawingml/2006/main" noGrp="1"/>
          </p:cNvSpPr>
          <p:nvPr/>
        </p:nvSpPr>
        <p:spPr>
          <a:xfrm xmlns:a="http://schemas.openxmlformats.org/drawingml/2006/main">
            <a:off x="1011830" y="4357431"/>
            <a:ext cx="5365754" cy="64008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bg1"/>
                </a:solidFill>
                <a:latin typeface="微软雅黑"/>
                <a:ea typeface="微软雅黑"/>
                <a:cs typeface="微软雅黑"/>
              </a:rPr>
              <a:t>Browser status and controls.</a:t>
            </a:r>
            <a:endParaRPr>
              <a:solidFill>
                <a:schemeClr val="bg1"/>
              </a:solidFill>
              <a:latin typeface="微软雅黑"/>
              <a:ea typeface="微软雅黑"/>
              <a:cs typeface="微软雅黑"/>
            </a:endParaRPr>
          </a:p>
          <a:p xmlns:a="http://schemas.openxmlformats.org/drawingml/2006/main">
            <a:r>
              <a:rPr>
                <a:solidFill>
                  <a:schemeClr val="bg1"/>
                </a:solidFill>
                <a:latin typeface="微软雅黑"/>
                <a:ea typeface="微软雅黑"/>
                <a:cs typeface="微软雅黑"/>
              </a:rPr>
              <a:t>Standby and running views.</a:t>
            </a:r>
            <a:endParaRPr>
              <a:solidFill>
                <a:schemeClr val="bg1"/>
              </a:solidFill>
              <a:latin typeface="微软雅黑"/>
              <a:ea typeface="微软雅黑"/>
              <a:cs typeface="微软雅黑"/>
            </a:endParaRPr>
          </a:p>
        </p:txBody>
      </p:sp>
      <p:sp>
        <p:nvSpPr>
          <p:cNvPr id="17" name="文本框 16">
            <a:extLst xmlns:a="http://schemas.openxmlformats.org/drawingml/2006/main">
              <a:ext uri="{FF2B5EF4-FFF2-40B4-BE49-F238E27FC236}">
                <a16:creationId xmlns:a16="http://schemas.microsoft.com/office/drawing/2014/main" id="{1E39E2E7-94F1-5642-1434-A3416AE156A8}"/>
              </a:ext>
            </a:extLst>
          </p:cNvPr>
          <p:cNvSpPr>
            <a:spLocks xmlns:a="http://schemas.openxmlformats.org/drawingml/2006/main" noGrp="1"/>
          </p:cNvSpPr>
          <p:nvPr/>
        </p:nvSpPr>
        <p:spPr>
          <a:xfrm xmlns:a="http://schemas.openxmlformats.org/drawingml/2006/main">
            <a:off x="277574" y="1535205"/>
            <a:ext cx="6100010" cy="4801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pPr>
              <a:lnSpc>
                <a:spcPct val="90000"/>
              </a:lnSpc>
              <a:spcBef>
                <a:spcPct val="0"/>
              </a:spcBef>
              <a:buNone/>
            </a:pPr>
            <a:r>
              <a:rPr sz="2800">
                <a:solidFill>
                  <a:schemeClr val="accent3">
                    <a:lumMod val="40000"/>
                    <a:lumOff val="60000"/>
                  </a:schemeClr>
                </a:solidFill>
                <a:latin typeface="微软雅黑"/>
                <a:ea typeface="微软雅黑"/>
                <a:cs typeface="微软雅黑"/>
              </a:rPr>
              <a:t>User Interaction Design Features</a:t>
            </a:r>
            <a:endParaRPr sz="2800">
              <a:solidFill>
                <a:schemeClr val="accent3">
                  <a:lumMod val="40000"/>
                  <a:lumOff val="60000"/>
                </a:schemeClr>
              </a:solidFill>
              <a:latin typeface="微软雅黑"/>
              <a:ea typeface="微软雅黑"/>
              <a:cs typeface="微软雅黑"/>
            </a:endParaRPr>
          </a:p>
        </p:txBody>
      </p:sp>
      <p:pic>
        <p:nvPicPr>
          <p:cNvPr id="21" name="图片 20">
            <a:extLst xmlns:a="http://schemas.openxmlformats.org/drawingml/2006/main">
              <a:ext uri="{FF2B5EF4-FFF2-40B4-BE49-F238E27FC236}">
                <a16:creationId xmlns:a16="http://schemas.microsoft.com/office/drawing/2014/main" id="{960F90E7-646A-442D-8D64-C7E40F4274EB}"/>
              </a:ext>
            </a:extLst>
          </p:cNvPr>
          <p:cNvPicPr>
            <a:picLocks xmlns:a="http://schemas.openxmlformats.org/drawingml/2006/main" noChangeAspect="1"/>
          </p:cNvPicPr>
          <p:nvPr/>
        </p:nvPicPr>
        <p:blipFill>
          <a:blip xmlns:r="http://schemas.openxmlformats.org/officeDocument/2006/relationships" xmlns:a="http://schemas.openxmlformats.org/drawingml/2006/main" r:embed="Rffae4e335e7b4362"/>
          <a:stretch xmlns:a="http://schemas.openxmlformats.org/drawingml/2006/main">
            <a:fillRect l="0" t="0" r="0" b="0"/>
          </a:stretch>
        </p:blipFill>
        <p:spPr>
          <a:xfrm xmlns:a="http://schemas.openxmlformats.org/drawingml/2006/main">
            <a:off x="5969555" y="3746310"/>
            <a:ext cx="6161227" cy="2718371"/>
          </a:xfrm>
          <a:prstGeom xmlns:a="http://schemas.openxmlformats.org/drawingml/2006/main" prst="rect">
            <a:avLst/>
          </a:prstGeom>
        </p:spPr>
      </p:pic>
      <p:pic>
        <p:nvPicPr>
          <p:cNvPr id="25" name="图片 24">
            <a:extLst xmlns:a="http://schemas.openxmlformats.org/drawingml/2006/main">
              <a:ext uri="{FF2B5EF4-FFF2-40B4-BE49-F238E27FC236}">
                <a16:creationId xmlns:a16="http://schemas.microsoft.com/office/drawing/2014/main" id="{F7E6028A-4DEE-4851-8918-B6B0CBA58FFE}"/>
              </a:ext>
            </a:extLst>
          </p:cNvPr>
          <p:cNvPicPr>
            <a:picLocks xmlns:a="http://schemas.openxmlformats.org/drawingml/2006/main" noChangeAspect="1"/>
          </p:cNvPicPr>
          <p:nvPr/>
        </p:nvPicPr>
        <p:blipFill>
          <a:blip xmlns:r="http://schemas.openxmlformats.org/officeDocument/2006/relationships" xmlns:a="http://schemas.openxmlformats.org/drawingml/2006/main" r:embed="Rc4eb474b94f54d7b"/>
          <a:srcRect xmlns:a="http://schemas.openxmlformats.org/drawingml/2006/main" l="4517" t="0" r="4517" b="0"/>
          <a:stretch xmlns:a="http://schemas.openxmlformats.org/drawingml/2006/main">
            <a:fillRect l="0" t="0" r="0" b="0"/>
          </a:stretch>
        </p:blipFill>
        <p:spPr>
          <a:xfrm xmlns:a="http://schemas.openxmlformats.org/drawingml/2006/main">
            <a:off x="258678" y="5322795"/>
            <a:ext cx="692483" cy="721179"/>
          </a:xfrm>
          <a:prstGeom xmlns:a="http://schemas.openxmlformats.org/drawingml/2006/main" prst="rect">
            <a:avLst/>
          </a:prstGeom>
        </p:spPr>
      </p:pic>
      <p:pic>
        <p:nvPicPr>
          <p:cNvPr id="28" name="图片 27">
            <a:extLst xmlns:a="http://schemas.openxmlformats.org/drawingml/2006/main">
              <a:ext uri="{FF2B5EF4-FFF2-40B4-BE49-F238E27FC236}">
                <a16:creationId xmlns:a16="http://schemas.microsoft.com/office/drawing/2014/main" id="{4693EAAB-18E6-41C9-8BA7-D3A3EBCAD684}"/>
              </a:ext>
            </a:extLst>
          </p:cNvPr>
          <p:cNvPicPr>
            <a:picLocks xmlns:a="http://schemas.openxmlformats.org/drawingml/2006/main" noChangeAspect="1"/>
          </p:cNvPicPr>
          <p:nvPr/>
        </p:nvPicPr>
        <p:blipFill>
          <a:blip xmlns:r="http://schemas.openxmlformats.org/officeDocument/2006/relationships" xmlns:a="http://schemas.openxmlformats.org/drawingml/2006/main" r:embed="Ra84d783708f34adb"/>
          <a:stretch xmlns:a="http://schemas.openxmlformats.org/drawingml/2006/main">
            <a:fillRect l="0" t="0" r="0" b="0"/>
          </a:stretch>
        </p:blipFill>
        <p:spPr>
          <a:xfrm xmlns:a="http://schemas.openxmlformats.org/drawingml/2006/main">
            <a:off x="7443290" y="484145"/>
            <a:ext cx="2867285" cy="2986101"/>
          </a:xfrm>
          <a:prstGeom xmlns:a="http://schemas.openxmlformats.org/drawingml/2006/main" prst="rect">
            <a:avLst/>
          </a:prstGeom>
        </p:spPr>
      </p:pic>
      <p:sp>
        <p:nvSpPr>
          <p:cNvPr id="32" name="文本框 31">
            <a:extLst xmlns:a="http://schemas.openxmlformats.org/drawingml/2006/main">
              <a:ext uri="{FF2B5EF4-FFF2-40B4-BE49-F238E27FC236}">
                <a16:creationId xmlns:a16="http://schemas.microsoft.com/office/drawing/2014/main" id="{AC821B17-EBA6-A260-6762-4034264486A0}"/>
              </a:ext>
            </a:extLst>
          </p:cNvPr>
          <p:cNvSpPr>
            <a:spLocks xmlns:a="http://schemas.openxmlformats.org/drawingml/2006/main" noGrp="1"/>
          </p:cNvSpPr>
          <p:nvPr/>
        </p:nvSpPr>
        <p:spPr>
          <a:xfrm xmlns:a="http://schemas.openxmlformats.org/drawingml/2006/main">
            <a:off x="1005252" y="5222258"/>
            <a:ext cx="610001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lt1"/>
                </a:solidFill>
                <a:latin typeface="微软雅黑"/>
                <a:ea typeface="微软雅黑"/>
                <a:cs typeface="微软雅黑"/>
              </a:rPr>
              <a:t>TFT Display &amp; Local Control</a:t>
            </a:r>
            <a:endParaRPr sz="2400" b="1">
              <a:solidFill>
                <a:schemeClr val="lt1"/>
              </a:solidFill>
              <a:latin typeface="微软雅黑"/>
              <a:ea typeface="微软雅黑"/>
              <a:cs typeface="微软雅黑"/>
            </a:endParaRPr>
          </a:p>
        </p:txBody>
      </p:sp>
      <p:sp>
        <p:nvSpPr>
          <p:cNvPr id="36" name="文本框 35">
            <a:extLst xmlns:a="http://schemas.openxmlformats.org/drawingml/2006/main">
              <a:ext uri="{FF2B5EF4-FFF2-40B4-BE49-F238E27FC236}">
                <a16:creationId xmlns:a16="http://schemas.microsoft.com/office/drawing/2014/main" id="{90D93DEF-F8A6-56E3-CB47-C2BF30E87CD7}"/>
              </a:ext>
            </a:extLst>
          </p:cNvPr>
          <p:cNvSpPr>
            <a:spLocks xmlns:a="http://schemas.openxmlformats.org/drawingml/2006/main" noGrp="1"/>
          </p:cNvSpPr>
          <p:nvPr/>
        </p:nvSpPr>
        <p:spPr>
          <a:xfrm xmlns:a="http://schemas.openxmlformats.org/drawingml/2006/main">
            <a:off x="1011830" y="5683384"/>
            <a:ext cx="4559382" cy="646331"/>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a:solidFill>
                  <a:schemeClr val="bg1"/>
                </a:solidFill>
              </a:rPr>
              <a:t>Displays device status and supports knob control.</a:t>
            </a:r>
            <a:endParaRPr>
              <a:solidFill>
                <a:schemeClr val="bg1"/>
              </a:solidFill>
            </a:endParaRPr>
          </a:p>
        </p:txBody>
      </p:sp>
    </p:spTree>
    <p:extLst>
      <p:ext uri="{BB962C8B-B14F-4D97-AF65-F5344CB8AC3E}">
        <p14:creationId xmlns:p14="http://schemas.microsoft.com/office/powerpoint/2010/main" val="1447329982"/>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pic>
        <p:nvPicPr>
          <p:cNvPr id="2" name="with voice">
            <a:extLst xmlns:a="http://schemas.openxmlformats.org/drawingml/2006/main">
              <a:ext uri="{FF2B5EF4-FFF2-40B4-BE49-F238E27FC236}">
                <a16:creationId xmlns:a16="http://schemas.microsoft.com/office/drawing/2014/main" id="{CAEA1414-84B3-4CC2-813F-753B00B913AD}"/>
              </a:ext>
            </a:extLst>
          </p:cNvPr>
          <p:cNvPicPr>
            <a:picLocks xmlns:a="http://schemas.openxmlformats.org/drawingml/2006/main" noChangeAspect="1"/>
          </p:cNvPicPr>
          <p:nvPr/>
        </p:nvPicPr>
        <p:blipFill>
          <a:blip xmlns:r="http://schemas.openxmlformats.org/officeDocument/2006/relationships" xmlns:a="http://schemas.openxmlformats.org/drawingml/2006/main" r:embed="Ra23cf887c3344118"/>
          <a:stretch xmlns:a="http://schemas.openxmlformats.org/drawingml/2006/main">
            <a:fillRect l="0" t="0" r="0" b="0"/>
          </a:stretch>
        </p:blipFill>
        <p:spPr>
          <a:xfrm xmlns:a="http://schemas.openxmlformats.org/drawingml/2006/main">
            <a:off x="751114" y="463981"/>
            <a:ext cx="10689771" cy="6012996"/>
          </a:xfrm>
          <a:prstGeom xmlns:a="http://schemas.openxmlformats.org/drawingml/2006/main" prst="rect">
            <a:avLst/>
          </a:prstGeom>
        </p:spPr>
      </p:pic>
      <p:sp>
        <p:nvSpPr>
          <p:cNvPr id="17" name="文本框 16">
            <a:extLst xmlns:a="http://schemas.openxmlformats.org/drawingml/2006/main">
              <a:ext uri="{FF2B5EF4-FFF2-40B4-BE49-F238E27FC236}">
                <a16:creationId xmlns:a16="http://schemas.microsoft.com/office/drawing/2014/main" id="{9A44D8ED-73FB-2445-B5CA-B31C9DF0C2E6}"/>
              </a:ext>
            </a:extLst>
          </p:cNvPr>
          <p:cNvSpPr>
            <a:spLocks xmlns:a="http://schemas.openxmlformats.org/drawingml/2006/main" noGrp="1"/>
          </p:cNvSpPr>
          <p:nvPr/>
        </p:nvSpPr>
        <p:spPr>
          <a:xfrm xmlns:a="http://schemas.openxmlformats.org/drawingml/2006/main">
            <a:off x="247222" y="171594"/>
            <a:ext cx="3177767" cy="58477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3200" b="1">
                <a:solidFill>
                  <a:schemeClr val="accent5">
                    <a:lumMod val="60000"/>
                    <a:lumOff val="40000"/>
                  </a:schemeClr>
                </a:solidFill>
                <a:latin typeface="微软雅黑"/>
                <a:ea typeface="微软雅黑"/>
                <a:cs typeface="微软雅黑"/>
              </a:rPr>
              <a:t>Testing Demo</a:t>
            </a:r>
            <a:endParaRPr sz="3200" b="1">
              <a:solidFill>
                <a:schemeClr val="accent5">
                  <a:lumMod val="60000"/>
                  <a:lumOff val="40000"/>
                </a:schemeClr>
              </a:solidFill>
              <a:latin typeface="微软雅黑"/>
              <a:ea typeface="微软雅黑"/>
              <a:cs typeface="微软雅黑"/>
            </a:endParaRPr>
          </a:p>
        </p:txBody>
      </p:sp>
    </p:spTree>
    <p:extLst>
      <p:ext uri="{BB962C8B-B14F-4D97-AF65-F5344CB8AC3E}">
        <p14:creationId xmlns:p14="http://schemas.microsoft.com/office/powerpoint/2010/main" val="260978801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pic>
        <p:nvPicPr>
          <p:cNvPr id="10" name="图片 9">
            <a:extLst xmlns:a="http://schemas.openxmlformats.org/drawingml/2006/main">
              <a:ext uri="{FF2B5EF4-FFF2-40B4-BE49-F238E27FC236}">
                <a16:creationId xmlns:a16="http://schemas.microsoft.com/office/drawing/2014/main" id="{B1FCCCFF-9E4D-43C8-93D2-397BE09C91D2}"/>
              </a:ext>
            </a:extLst>
          </p:cNvPr>
          <p:cNvPicPr>
            <a:picLocks xmlns:a="http://schemas.openxmlformats.org/drawingml/2006/main" noChangeAspect="1"/>
          </p:cNvPicPr>
          <p:nvPr/>
        </p:nvPicPr>
        <p:blipFill>
          <a:blip xmlns:r="http://schemas.openxmlformats.org/officeDocument/2006/relationships" xmlns:a="http://schemas.openxmlformats.org/drawingml/2006/main" r:embed="Rf6dfb3d25d904ab7">
            <a:clrChange>
              <a:clrFrom>
                <a:srgbClr val="FFFFFF"/>
              </a:clrFrom>
              <a:clrTo>
                <a:srgbClr val="FFFFFF">
                  <a:alpha val="0"/>
                </a:srgbClr>
              </a:clrTo>
            </a:clrChange>
          </a:blip>
          <a:stretch xmlns:a="http://schemas.openxmlformats.org/drawingml/2006/main">
            <a:fillRect l="0" t="0" r="0" b="0"/>
          </a:stretch>
        </p:blipFill>
        <p:spPr>
          <a:xfrm xmlns:a="http://schemas.openxmlformats.org/drawingml/2006/main">
            <a:off x="7869127" y="350519"/>
            <a:ext cx="5088457" cy="6858000"/>
          </a:xfrm>
          <a:prstGeom xmlns:a="http://schemas.openxmlformats.org/drawingml/2006/main" prst="rect">
            <a:avLst/>
          </a:prstGeom>
        </p:spPr>
      </p:pic>
      <p:sp>
        <p:nvSpPr>
          <p:cNvPr id="2" name="矩形: 圆角 1">
            <a:extLst xmlns:a="http://schemas.openxmlformats.org/drawingml/2006/main">
              <a:ext uri="{FF2B5EF4-FFF2-40B4-BE49-F238E27FC236}">
                <a16:creationId xmlns:a16="http://schemas.microsoft.com/office/drawing/2014/main" id="{BCB19724-17E5-3865-AF3A-194975B92DC7}"/>
              </a:ext>
            </a:extLst>
          </p:cNvPr>
          <p:cNvSpPr>
            <a:spLocks xmlns:a="http://schemas.openxmlformats.org/drawingml/2006/main" noGrp="1"/>
          </p:cNvSpPr>
          <p:nvPr/>
        </p:nvSpPr>
        <p:spPr>
          <a:xfrm xmlns:a="http://schemas.openxmlformats.org/drawingml/2006/main">
            <a:off x="563003" y="2257244"/>
            <a:ext cx="9012702" cy="1094008"/>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nSpc>
                <a:spcPct val="150000"/>
              </a:lnSpc>
              <a:buNone/>
            </a:pPr>
            <a:endParaRPr sz="2400" b="1">
              <a:solidFill>
                <a:schemeClr val="bg1"/>
              </a:solidFill>
              <a:latin typeface="微软雅黑"/>
              <a:ea typeface="微软雅黑"/>
              <a:cs typeface="微软雅黑"/>
            </a:endParaRPr>
          </a:p>
        </p:txBody>
      </p:sp>
      <p:sp>
        <p:nvSpPr>
          <p:cNvPr id="3" name="矩形: 圆角 2">
            <a:extLst xmlns:a="http://schemas.openxmlformats.org/drawingml/2006/main">
              <a:ext uri="{FF2B5EF4-FFF2-40B4-BE49-F238E27FC236}">
                <a16:creationId xmlns:a16="http://schemas.microsoft.com/office/drawing/2014/main" id="{DA5EBE58-2FE4-45BB-D025-58DE9EFB9B85}"/>
              </a:ext>
            </a:extLst>
          </p:cNvPr>
          <p:cNvSpPr>
            <a:spLocks xmlns:a="http://schemas.openxmlformats.org/drawingml/2006/main" noGrp="1"/>
          </p:cNvSpPr>
          <p:nvPr/>
        </p:nvSpPr>
        <p:spPr>
          <a:xfrm xmlns:a="http://schemas.openxmlformats.org/drawingml/2006/main">
            <a:off x="274775" y="228795"/>
            <a:ext cx="7068194" cy="794620"/>
          </a:xfrm>
          <a:prstGeom xmlns:a="http://schemas.openxmlformats.org/drawingml/2006/main" prst="roundRect">
            <a:avLst/>
          </a:prstGeom>
          <a:noFill xmlns:a="http://schemas.openxmlformats.org/drawingml/2006/main"/>
          <a:ln xmlns:a="http://schemas.openxmlformats.org/drawingml/2006/main">
            <a:noFill/>
          </a:ln>
        </p:spPr>
        <p:style>
          <a:lnRef xmlns:a="http://schemas.openxmlformats.org/drawingml/2006/main" idx="2">
            <a:schemeClr val="accent1">
              <a:shade val="15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r>
              <a:rPr sz="3600" b="1">
                <a:solidFill>
                  <a:schemeClr val="bg2">
                    <a:lumMod val="75000"/>
                  </a:schemeClr>
                </a:solidFill>
                <a:latin typeface="微软雅黑"/>
                <a:ea typeface="微软雅黑"/>
                <a:cs typeface="微软雅黑"/>
              </a:rPr>
              <a:t>Feedback and Next Steps</a:t>
            </a:r>
            <a:endParaRPr sz="3600" b="1">
              <a:solidFill>
                <a:schemeClr val="bg2">
                  <a:lumMod val="75000"/>
                </a:schemeClr>
              </a:solidFill>
              <a:latin typeface="微软雅黑"/>
              <a:ea typeface="微软雅黑"/>
              <a:cs typeface="微软雅黑"/>
            </a:endParaRPr>
          </a:p>
        </p:txBody>
      </p:sp>
      <p:sp>
        <p:nvSpPr>
          <p:cNvPr id="5" name="文本框 4">
            <a:extLst xmlns:a="http://schemas.openxmlformats.org/drawingml/2006/main">
              <a:ext uri="{FF2B5EF4-FFF2-40B4-BE49-F238E27FC236}">
                <a16:creationId xmlns:a16="http://schemas.microsoft.com/office/drawing/2014/main" id="{F772BDCE-1575-16BA-30BF-F3A6717891A0}"/>
              </a:ext>
            </a:extLst>
          </p:cNvPr>
          <p:cNvSpPr>
            <a:spLocks xmlns:a="http://schemas.openxmlformats.org/drawingml/2006/main" noGrp="1"/>
          </p:cNvSpPr>
          <p:nvPr/>
        </p:nvSpPr>
        <p:spPr>
          <a:xfrm xmlns:a="http://schemas.openxmlformats.org/drawingml/2006/main">
            <a:off x="274775" y="3288551"/>
            <a:ext cx="6477000" cy="1292662"/>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bg2">
                    <a:lumMod val="90000"/>
                  </a:schemeClr>
                </a:solidFill>
                <a:latin typeface="微软雅黑"/>
                <a:ea typeface="微软雅黑"/>
                <a:cs typeface="微软雅黑"/>
              </a:rPr>
              <a:t>Future Improvement</a:t>
            </a:r>
          </a:p>
          <a:p xmlns:a="http://schemas.openxmlformats.org/drawingml/2006/main">
            <a:endParaRPr b="1">
              <a:solidFill>
                <a:schemeClr val="bg1"/>
              </a:solidFill>
              <a:latin typeface="微软雅黑"/>
              <a:ea typeface="微软雅黑"/>
              <a:cs typeface="微软雅黑"/>
            </a:endParaRPr>
          </a:p>
          <a:p xmlns:a="http://schemas.openxmlformats.org/drawingml/2006/main">
            <a:pPr marL="285750" indent="-285750">
              <a:buFont typeface="Wingdings"/>
              <a:buChar char="ü"/>
            </a:pPr>
            <a:r>
              <a:rPr>
                <a:solidFill>
                  <a:schemeClr val="bg1"/>
                </a:solidFill>
                <a:latin typeface="微软雅黑"/>
                <a:ea typeface="微软雅黑"/>
                <a:cs typeface="微软雅黑"/>
              </a:rPr>
              <a:t>Improve voice recognition accuracy </a:t>
            </a:r>
          </a:p>
          <a:p xmlns:a="http://schemas.openxmlformats.org/drawingml/2006/main">
            <a:pPr marL="285750" indent="-285750">
              <a:buFont typeface="Wingdings"/>
              <a:buChar char="ü"/>
            </a:pPr>
            <a:r>
              <a:rPr>
                <a:solidFill>
                  <a:schemeClr val="bg1"/>
                </a:solidFill>
                <a:latin typeface="微软雅黑"/>
                <a:ea typeface="微软雅黑"/>
                <a:cs typeface="微软雅黑"/>
              </a:rPr>
              <a:t>Water–electricity separation</a:t>
            </a:r>
          </a:p>
        </p:txBody>
      </p:sp>
      <p:sp>
        <p:nvSpPr>
          <p:cNvPr id="13" name="文本框 12">
            <a:extLst xmlns:a="http://schemas.openxmlformats.org/drawingml/2006/main">
              <a:ext uri="{FF2B5EF4-FFF2-40B4-BE49-F238E27FC236}">
                <a16:creationId xmlns:a16="http://schemas.microsoft.com/office/drawing/2014/main" id="{02308685-AC99-D956-642A-38328A6730DB}"/>
              </a:ext>
            </a:extLst>
          </p:cNvPr>
          <p:cNvSpPr>
            <a:spLocks xmlns:a="http://schemas.openxmlformats.org/drawingml/2006/main" noGrp="1"/>
          </p:cNvSpPr>
          <p:nvPr/>
        </p:nvSpPr>
        <p:spPr>
          <a:xfrm xmlns:a="http://schemas.openxmlformats.org/drawingml/2006/main">
            <a:off x="339810" y="1083632"/>
            <a:ext cx="3066330" cy="461665"/>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sz="2400" b="1">
                <a:solidFill>
                  <a:schemeClr val="bg2">
                    <a:lumMod val="90000"/>
                  </a:schemeClr>
                </a:solidFill>
                <a:latin typeface="微软雅黑"/>
                <a:ea typeface="微软雅黑"/>
                <a:cs typeface="微软雅黑"/>
              </a:rPr>
              <a:t>Users Feedback</a:t>
            </a:r>
            <a:endParaRPr sz="2400">
              <a:solidFill>
                <a:schemeClr val="bg2">
                  <a:lumMod val="90000"/>
                </a:schemeClr>
              </a:solidFill>
              <a:latin typeface="微软雅黑"/>
              <a:ea typeface="微软雅黑"/>
              <a:cs typeface="微软雅黑"/>
            </a:endParaRPr>
          </a:p>
        </p:txBody>
      </p:sp>
      <p:sp>
        <p:nvSpPr>
          <p:cNvPr id="26" name="文本框 25">
            <a:extLst xmlns:a="http://schemas.openxmlformats.org/drawingml/2006/main">
              <a:ext uri="{FF2B5EF4-FFF2-40B4-BE49-F238E27FC236}">
                <a16:creationId xmlns:a16="http://schemas.microsoft.com/office/drawing/2014/main" id="{F1C7FD29-BBCA-0FDE-70AB-33A12F667E57}"/>
              </a:ext>
            </a:extLst>
          </p:cNvPr>
          <p:cNvSpPr>
            <a:spLocks xmlns:a="http://schemas.openxmlformats.org/drawingml/2006/main" noGrp="1"/>
          </p:cNvSpPr>
          <p:nvPr/>
        </p:nvSpPr>
        <p:spPr>
          <a:xfrm xmlns:a="http://schemas.openxmlformats.org/drawingml/2006/main">
            <a:off x="274775" y="1763190"/>
            <a:ext cx="5186911"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solidFill>
                <a:latin typeface="微软雅黑"/>
                <a:ea typeface="微软雅黑"/>
                <a:cs typeface="微软雅黑"/>
              </a:rPr>
              <a:t>Control: ease of use</a:t>
            </a:r>
          </a:p>
        </p:txBody>
      </p:sp>
      <p:sp>
        <p:nvSpPr>
          <p:cNvPr id="29" name="文本框 28">
            <a:extLst xmlns:a="http://schemas.openxmlformats.org/drawingml/2006/main">
              <a:ext uri="{FF2B5EF4-FFF2-40B4-BE49-F238E27FC236}">
                <a16:creationId xmlns:a16="http://schemas.microsoft.com/office/drawing/2014/main" id="{E4DC9F4F-D5A0-9BC4-458B-8B079D76809E}"/>
              </a:ext>
            </a:extLst>
          </p:cNvPr>
          <p:cNvSpPr>
            <a:spLocks xmlns:a="http://schemas.openxmlformats.org/drawingml/2006/main" noGrp="1"/>
          </p:cNvSpPr>
          <p:nvPr/>
        </p:nvSpPr>
        <p:spPr>
          <a:xfrm xmlns:a="http://schemas.openxmlformats.org/drawingml/2006/main">
            <a:off x="274775" y="2272615"/>
            <a:ext cx="5891192"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solidFill>
                <a:latin typeface="微软雅黑"/>
                <a:ea typeface="微软雅黑"/>
                <a:cs typeface="微软雅黑"/>
              </a:rPr>
              <a:t>Protection: water-level and thermal checks</a:t>
            </a:r>
          </a:p>
        </p:txBody>
      </p:sp>
      <p:sp>
        <p:nvSpPr>
          <p:cNvPr id="31" name="文本框 30">
            <a:extLst xmlns:a="http://schemas.openxmlformats.org/drawingml/2006/main">
              <a:ext uri="{FF2B5EF4-FFF2-40B4-BE49-F238E27FC236}">
                <a16:creationId xmlns:a16="http://schemas.microsoft.com/office/drawing/2014/main" id="{B3393A94-A757-0D72-E7D5-1C83F72570C6}"/>
              </a:ext>
            </a:extLst>
          </p:cNvPr>
          <p:cNvSpPr>
            <a:spLocks xmlns:a="http://schemas.openxmlformats.org/drawingml/2006/main" noGrp="1"/>
          </p:cNvSpPr>
          <p:nvPr/>
        </p:nvSpPr>
        <p:spPr>
          <a:xfrm xmlns:a="http://schemas.openxmlformats.org/drawingml/2006/main">
            <a:off x="274775" y="2779126"/>
            <a:ext cx="6865165" cy="365760"/>
          </a:xfrm>
          <a:prstGeom xmlns:a="http://schemas.openxmlformats.org/drawingml/2006/main" prst="rect">
            <a:avLst/>
          </a:prstGeom>
          <a:noFill xmlns:a="http://schemas.openxmlformats.org/drawingml/2006/main"/>
        </p:spPr>
        <p:txBody>
          <a:bodyPr xmlns:a="http://schemas.openxmlformats.org/drawingml/2006/main" wrap="square">
            <a:spAutoFit/>
          </a:bodyPr>
          <a:lstStyle xmlns:a="http://schemas.openxmlformats.org/drawingml/2006/main"/>
          <a:p xmlns:a="http://schemas.openxmlformats.org/drawingml/2006/main">
            <a:r>
              <a:rPr b="1">
                <a:solidFill>
                  <a:schemeClr val="bg1"/>
                </a:solidFill>
                <a:latin typeface="微软雅黑"/>
                <a:ea typeface="微软雅黑"/>
                <a:cs typeface="微软雅黑"/>
              </a:rPr>
              <a:t>Dehumidification: enclosed-space use</a:t>
            </a:r>
            <a:endParaRPr b="1">
              <a:solidFill>
                <a:schemeClr val="bg1"/>
              </a:solidFill>
              <a:latin typeface="微软雅黑"/>
              <a:ea typeface="微软雅黑"/>
              <a:cs typeface="微软雅黑"/>
            </a:endParaRPr>
          </a:p>
        </p:txBody>
      </p:sp>
    </p:spTree>
    <p:extLst>
      <p:ext uri="{BB962C8B-B14F-4D97-AF65-F5344CB8AC3E}">
        <p14:creationId xmlns:p14="http://schemas.microsoft.com/office/powerpoint/2010/main" val="2641536027"/>
      </p:ext>
    </p:extLst>
  </p:cSld>
</p:sld>
</file>

<file path=ppt/theme/theme1.xml><?xml version="1.0" encoding="utf-8"?>
<a:theme xmlns:a="http://schemas.openxmlformats.org/drawingml/2006/main" name="Office 主题​​">
  <a:themeElements>
    <a:clrScheme name="自定义 1">
      <a:dk1>
        <a:srgbClr val="000000"/>
      </a:dk1>
      <a:lt1>
        <a:srgbClr val="FFFFFF"/>
      </a:lt1>
      <a:dk2>
        <a:srgbClr val="454551"/>
      </a:dk2>
      <a:lt2>
        <a:srgbClr val="D8D9DC"/>
      </a:lt2>
      <a:accent1>
        <a:srgbClr val="E32D91"/>
      </a:accent1>
      <a:accent2>
        <a:srgbClr val="C830CC"/>
      </a:accent2>
      <a:accent3>
        <a:srgbClr val="4EA6DC"/>
      </a:accent3>
      <a:accent4>
        <a:srgbClr val="4775E7"/>
      </a:accent4>
      <a:accent5>
        <a:srgbClr val="8971E1"/>
      </a:accent5>
      <a:accent6>
        <a:srgbClr val="D54773"/>
      </a:accent6>
      <a:hlink>
        <a:srgbClr val="2CF3A8"/>
      </a:hlink>
      <a:folHlink>
        <a:srgbClr val="8C8C8C"/>
      </a:folHlink>
    </a:clrScheme>
    <a:fontScheme name="鸿蒙">
      <a:majorFont>
        <a:latin typeface="HarmonyOS Sans SC"/>
        <a:ea typeface="HarmonyOS Sans SC"/>
        <a:cs typeface=""/>
      </a:majorFont>
      <a:minorFont>
        <a:latin typeface="HarmonyOS Sans SC"/>
        <a:ea typeface="HarmonyOS Sans SC"/>
        <a:cs typeface=""/>
      </a:minorFont>
    </a:fontScheme>
    <a:fmtScheme name="自定义 1">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2026-10-15T19:35:47.6030000Z</dcterms:created>
  <dcterms:modified xsi:type="dcterms:W3CDTF">2026-10-15T19:35:47.6030000Z</dcterms:modified>
</coreProperties>
</file>